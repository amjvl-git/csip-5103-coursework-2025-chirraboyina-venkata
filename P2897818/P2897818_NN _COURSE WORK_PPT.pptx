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840" r:id="rId1"/>
  </p:sldMasterIdLst>
  <p:sldIdLst>
    <p:sldId id="256" r:id="rId2"/>
    <p:sldId id="266" r:id="rId3"/>
    <p:sldId id="269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9D9EFB-7F45-458C-BF1B-74FFBD359AB9}" v="908" dt="2025-11-04T15:46:02.462"/>
    <p1510:client id="{AA7E69BB-0CC2-181D-40A0-6C58670BBA43}" v="14" dt="2025-11-04T13:26:34.59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580979-14F3-45CC-968E-38C4965B83B7}" type="doc">
      <dgm:prSet loTypeId="urn:microsoft.com/office/officeart/2018/2/layout/IconCircle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B61A3DA1-550B-4C9D-87A3-807DBC9444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Fashion-MNIST is a benchmark dataset composed of 70,000 grayscale images represented by 10 clothing categories in terms of an image classification task. </a:t>
          </a:r>
        </a:p>
      </dgm:t>
    </dgm:pt>
    <dgm:pt modelId="{E27CE936-DD05-4363-82E8-A6066C5DF5CE}" type="parTrans" cxnId="{778CEA15-04DD-4057-9F0D-33717F0011A4}">
      <dgm:prSet/>
      <dgm:spPr/>
      <dgm:t>
        <a:bodyPr/>
        <a:lstStyle/>
        <a:p>
          <a:endParaRPr lang="en-US"/>
        </a:p>
      </dgm:t>
    </dgm:pt>
    <dgm:pt modelId="{81BE083C-A557-4108-9A5E-D336C9EE6B8D}" type="sibTrans" cxnId="{778CEA15-04DD-4057-9F0D-33717F0011A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7DB17A0-AD27-4E89-A611-2713EB0F1E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Image classification is essential to retail, e-commerce, and automated fashion-recognition systems, emphasizing their significance in real-world applications. </a:t>
          </a:r>
        </a:p>
      </dgm:t>
    </dgm:pt>
    <dgm:pt modelId="{C53EF57F-5706-49A8-9F33-13F4B659BAD3}" type="parTrans" cxnId="{A03B93FD-DDDF-456B-B6FC-AAD89CA1DE14}">
      <dgm:prSet/>
      <dgm:spPr/>
      <dgm:t>
        <a:bodyPr/>
        <a:lstStyle/>
        <a:p>
          <a:endParaRPr lang="en-US"/>
        </a:p>
      </dgm:t>
    </dgm:pt>
    <dgm:pt modelId="{B8C0278E-2542-483E-AF19-3BE82494A0EA}" type="sibTrans" cxnId="{A03B93FD-DDDF-456B-B6FC-AAD89CA1DE1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AF64DA4-20F4-458F-831C-9ACD78F68B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Traditional Artificial Neural Networks (ANN) must flatten the image vectors and hence struggle to learn spatial patterns resulting in poor accuracy with visual data. </a:t>
          </a:r>
        </a:p>
      </dgm:t>
    </dgm:pt>
    <dgm:pt modelId="{01397045-A25C-414E-B7D2-A021E34297CE}" type="parTrans" cxnId="{34DAF7D8-386D-4288-8630-7752989544B4}">
      <dgm:prSet/>
      <dgm:spPr/>
      <dgm:t>
        <a:bodyPr/>
        <a:lstStyle/>
        <a:p>
          <a:endParaRPr lang="en-US"/>
        </a:p>
      </dgm:t>
    </dgm:pt>
    <dgm:pt modelId="{9D349521-BD17-4F2A-B245-C679BD4FC5F9}" type="sibTrans" cxnId="{34DAF7D8-386D-4288-8630-7752989544B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596D7CE-3368-4216-93BA-B9E3004D81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Convolutional Neural Networks (CNN) were created for image understanding because they can extract some hierarchical spatial features like edges, textures, and shapes. </a:t>
          </a:r>
        </a:p>
      </dgm:t>
    </dgm:pt>
    <dgm:pt modelId="{0F3D3107-CBC8-4334-B8F8-065ADE5533A5}" type="parTrans" cxnId="{736CC9F5-9982-4D9C-9899-BA65D8C579A2}">
      <dgm:prSet/>
      <dgm:spPr/>
      <dgm:t>
        <a:bodyPr/>
        <a:lstStyle/>
        <a:p>
          <a:endParaRPr lang="en-US"/>
        </a:p>
      </dgm:t>
    </dgm:pt>
    <dgm:pt modelId="{BD0ECE0F-6E46-4829-8D93-0E7F02ED79C9}" type="sibTrans" cxnId="{736CC9F5-9982-4D9C-9899-BA65D8C579A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CF50BE6-7F4D-4A77-93BF-0454525674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work builds and compares two architectures, ANN and CNN models, to assess their performance, showing which architecture is superior specifically for image classification tasks using Fashion-MNIST.</a:t>
          </a:r>
        </a:p>
      </dgm:t>
    </dgm:pt>
    <dgm:pt modelId="{001EFFA1-12AA-4CE6-B44C-F35657515F42}" type="parTrans" cxnId="{8D50D8B6-53BF-4635-84F8-43409FF76A55}">
      <dgm:prSet/>
      <dgm:spPr/>
      <dgm:t>
        <a:bodyPr/>
        <a:lstStyle/>
        <a:p>
          <a:endParaRPr lang="en-US"/>
        </a:p>
      </dgm:t>
    </dgm:pt>
    <dgm:pt modelId="{E02F342F-88D0-46B2-9275-7FB736D83437}" type="sibTrans" cxnId="{8D50D8B6-53BF-4635-84F8-43409FF76A55}">
      <dgm:prSet/>
      <dgm:spPr/>
      <dgm:t>
        <a:bodyPr/>
        <a:lstStyle/>
        <a:p>
          <a:endParaRPr lang="en-US"/>
        </a:p>
      </dgm:t>
    </dgm:pt>
    <dgm:pt modelId="{6C388A33-B621-4F22-9045-CF9B37F880C7}" type="pres">
      <dgm:prSet presAssocID="{B5580979-14F3-45CC-968E-38C4965B83B7}" presName="root" presStyleCnt="0">
        <dgm:presLayoutVars>
          <dgm:dir/>
          <dgm:resizeHandles val="exact"/>
        </dgm:presLayoutVars>
      </dgm:prSet>
      <dgm:spPr/>
    </dgm:pt>
    <dgm:pt modelId="{8F268DB4-5D32-4A81-97A6-C514006FCD5C}" type="pres">
      <dgm:prSet presAssocID="{B5580979-14F3-45CC-968E-38C4965B83B7}" presName="container" presStyleCnt="0">
        <dgm:presLayoutVars>
          <dgm:dir/>
          <dgm:resizeHandles val="exact"/>
        </dgm:presLayoutVars>
      </dgm:prSet>
      <dgm:spPr/>
    </dgm:pt>
    <dgm:pt modelId="{0ABA1A02-4E62-4A45-8338-B8CA36E0EDD9}" type="pres">
      <dgm:prSet presAssocID="{B61A3DA1-550B-4C9D-87A3-807DBC944491}" presName="compNode" presStyleCnt="0"/>
      <dgm:spPr/>
    </dgm:pt>
    <dgm:pt modelId="{9B1B1DED-D890-43D5-A3ED-D06FC30AB5ED}" type="pres">
      <dgm:prSet presAssocID="{B61A3DA1-550B-4C9D-87A3-807DBC944491}" presName="iconBgRect" presStyleLbl="bgShp" presStyleIdx="0" presStyleCnt="5"/>
      <dgm:spPr/>
    </dgm:pt>
    <dgm:pt modelId="{E3C5148D-627B-496B-9E20-617BB870C281}" type="pres">
      <dgm:prSet presAssocID="{B61A3DA1-550B-4C9D-87A3-807DBC94449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37625CE-461D-4C6B-9C0D-1AAF777A3F4E}" type="pres">
      <dgm:prSet presAssocID="{B61A3DA1-550B-4C9D-87A3-807DBC944491}" presName="spaceRect" presStyleCnt="0"/>
      <dgm:spPr/>
    </dgm:pt>
    <dgm:pt modelId="{306BD963-9D38-4E1C-894A-9CC43516FD21}" type="pres">
      <dgm:prSet presAssocID="{B61A3DA1-550B-4C9D-87A3-807DBC944491}" presName="textRect" presStyleLbl="revTx" presStyleIdx="0" presStyleCnt="5">
        <dgm:presLayoutVars>
          <dgm:chMax val="1"/>
          <dgm:chPref val="1"/>
        </dgm:presLayoutVars>
      </dgm:prSet>
      <dgm:spPr/>
    </dgm:pt>
    <dgm:pt modelId="{2308CCE3-EA7B-47DB-BBB6-F51D4A3AD78E}" type="pres">
      <dgm:prSet presAssocID="{81BE083C-A557-4108-9A5E-D336C9EE6B8D}" presName="sibTrans" presStyleLbl="sibTrans2D1" presStyleIdx="0" presStyleCnt="0"/>
      <dgm:spPr/>
    </dgm:pt>
    <dgm:pt modelId="{5E86E800-5FBF-4A1F-A9BD-AABEA5A72184}" type="pres">
      <dgm:prSet presAssocID="{07DB17A0-AD27-4E89-A611-2713EB0F1E4B}" presName="compNode" presStyleCnt="0"/>
      <dgm:spPr/>
    </dgm:pt>
    <dgm:pt modelId="{6475DBF1-D980-46C8-93ED-360CA763A388}" type="pres">
      <dgm:prSet presAssocID="{07DB17A0-AD27-4E89-A611-2713EB0F1E4B}" presName="iconBgRect" presStyleLbl="bgShp" presStyleIdx="1" presStyleCnt="5"/>
      <dgm:spPr/>
    </dgm:pt>
    <dgm:pt modelId="{F4D5FC71-35C3-405A-8AC9-98F970EECDA6}" type="pres">
      <dgm:prSet presAssocID="{07DB17A0-AD27-4E89-A611-2713EB0F1E4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it"/>
        </a:ext>
      </dgm:extLst>
    </dgm:pt>
    <dgm:pt modelId="{926A8D7E-4334-4FEF-8630-4A0AD1E94BB2}" type="pres">
      <dgm:prSet presAssocID="{07DB17A0-AD27-4E89-A611-2713EB0F1E4B}" presName="spaceRect" presStyleCnt="0"/>
      <dgm:spPr/>
    </dgm:pt>
    <dgm:pt modelId="{289E1A25-1092-405E-8153-20F388BB6728}" type="pres">
      <dgm:prSet presAssocID="{07DB17A0-AD27-4E89-A611-2713EB0F1E4B}" presName="textRect" presStyleLbl="revTx" presStyleIdx="1" presStyleCnt="5">
        <dgm:presLayoutVars>
          <dgm:chMax val="1"/>
          <dgm:chPref val="1"/>
        </dgm:presLayoutVars>
      </dgm:prSet>
      <dgm:spPr/>
    </dgm:pt>
    <dgm:pt modelId="{AEB7B7DF-3910-4DF4-97C3-8E6A38AC5553}" type="pres">
      <dgm:prSet presAssocID="{B8C0278E-2542-483E-AF19-3BE82494A0EA}" presName="sibTrans" presStyleLbl="sibTrans2D1" presStyleIdx="0" presStyleCnt="0"/>
      <dgm:spPr/>
    </dgm:pt>
    <dgm:pt modelId="{2CE9BCCB-2532-477D-8F06-1E7E5EB19C53}" type="pres">
      <dgm:prSet presAssocID="{CAF64DA4-20F4-458F-831C-9ACD78F68B26}" presName="compNode" presStyleCnt="0"/>
      <dgm:spPr/>
    </dgm:pt>
    <dgm:pt modelId="{27CF849C-2810-484D-A4AD-6A4BF28EA683}" type="pres">
      <dgm:prSet presAssocID="{CAF64DA4-20F4-458F-831C-9ACD78F68B26}" presName="iconBgRect" presStyleLbl="bgShp" presStyleIdx="2" presStyleCnt="5"/>
      <dgm:spPr/>
    </dgm:pt>
    <dgm:pt modelId="{82D0D345-5407-4F26-9F6A-F0A132751BC8}" type="pres">
      <dgm:prSet presAssocID="{CAF64DA4-20F4-458F-831C-9ACD78F68B2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28FF03E-BB21-4849-84B6-02D028307CF3}" type="pres">
      <dgm:prSet presAssocID="{CAF64DA4-20F4-458F-831C-9ACD78F68B26}" presName="spaceRect" presStyleCnt="0"/>
      <dgm:spPr/>
    </dgm:pt>
    <dgm:pt modelId="{7EB3BFD8-E5EC-436F-8839-23E88B399127}" type="pres">
      <dgm:prSet presAssocID="{CAF64DA4-20F4-458F-831C-9ACD78F68B26}" presName="textRect" presStyleLbl="revTx" presStyleIdx="2" presStyleCnt="5">
        <dgm:presLayoutVars>
          <dgm:chMax val="1"/>
          <dgm:chPref val="1"/>
        </dgm:presLayoutVars>
      </dgm:prSet>
      <dgm:spPr/>
    </dgm:pt>
    <dgm:pt modelId="{B88CCA44-FCE1-40C3-AC94-45F37428F541}" type="pres">
      <dgm:prSet presAssocID="{9D349521-BD17-4F2A-B245-C679BD4FC5F9}" presName="sibTrans" presStyleLbl="sibTrans2D1" presStyleIdx="0" presStyleCnt="0"/>
      <dgm:spPr/>
    </dgm:pt>
    <dgm:pt modelId="{42191BE2-3850-4051-8F8E-7509DB530D07}" type="pres">
      <dgm:prSet presAssocID="{6596D7CE-3368-4216-93BA-B9E3004D8126}" presName="compNode" presStyleCnt="0"/>
      <dgm:spPr/>
    </dgm:pt>
    <dgm:pt modelId="{0FE5EADA-D159-466C-9939-6B1414CC578B}" type="pres">
      <dgm:prSet presAssocID="{6596D7CE-3368-4216-93BA-B9E3004D8126}" presName="iconBgRect" presStyleLbl="bgShp" presStyleIdx="3" presStyleCnt="5"/>
      <dgm:spPr/>
    </dgm:pt>
    <dgm:pt modelId="{DFDD9DA5-9759-41AA-9944-B265ABCCB2AB}" type="pres">
      <dgm:prSet presAssocID="{6596D7CE-3368-4216-93BA-B9E3004D812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3641D886-EA34-4EF9-B383-913E24F5961C}" type="pres">
      <dgm:prSet presAssocID="{6596D7CE-3368-4216-93BA-B9E3004D8126}" presName="spaceRect" presStyleCnt="0"/>
      <dgm:spPr/>
    </dgm:pt>
    <dgm:pt modelId="{467A57FD-0723-4642-9678-A85F8E92E277}" type="pres">
      <dgm:prSet presAssocID="{6596D7CE-3368-4216-93BA-B9E3004D8126}" presName="textRect" presStyleLbl="revTx" presStyleIdx="3" presStyleCnt="5">
        <dgm:presLayoutVars>
          <dgm:chMax val="1"/>
          <dgm:chPref val="1"/>
        </dgm:presLayoutVars>
      </dgm:prSet>
      <dgm:spPr/>
    </dgm:pt>
    <dgm:pt modelId="{ADA50240-0163-4859-BD65-D44DD2240564}" type="pres">
      <dgm:prSet presAssocID="{BD0ECE0F-6E46-4829-8D93-0E7F02ED79C9}" presName="sibTrans" presStyleLbl="sibTrans2D1" presStyleIdx="0" presStyleCnt="0"/>
      <dgm:spPr/>
    </dgm:pt>
    <dgm:pt modelId="{531832C3-D586-4F4B-B560-C28EC79E9731}" type="pres">
      <dgm:prSet presAssocID="{7CF50BE6-7F4D-4A77-93BF-045452567454}" presName="compNode" presStyleCnt="0"/>
      <dgm:spPr/>
    </dgm:pt>
    <dgm:pt modelId="{A9B4E60A-CCB0-47DF-90AF-833F2B2F109C}" type="pres">
      <dgm:prSet presAssocID="{7CF50BE6-7F4D-4A77-93BF-045452567454}" presName="iconBgRect" presStyleLbl="bgShp" presStyleIdx="4" presStyleCnt="5"/>
      <dgm:spPr/>
    </dgm:pt>
    <dgm:pt modelId="{6C8CB545-CDE2-42E7-8866-A7129B984442}" type="pres">
      <dgm:prSet presAssocID="{7CF50BE6-7F4D-4A77-93BF-04545256745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FF2EAD3D-587E-4DDB-8B8D-F4C133C7252A}" type="pres">
      <dgm:prSet presAssocID="{7CF50BE6-7F4D-4A77-93BF-045452567454}" presName="spaceRect" presStyleCnt="0"/>
      <dgm:spPr/>
    </dgm:pt>
    <dgm:pt modelId="{35D5CD7E-2FA8-45E6-AA42-EF4A01C5D90D}" type="pres">
      <dgm:prSet presAssocID="{7CF50BE6-7F4D-4A77-93BF-04545256745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78CEA15-04DD-4057-9F0D-33717F0011A4}" srcId="{B5580979-14F3-45CC-968E-38C4965B83B7}" destId="{B61A3DA1-550B-4C9D-87A3-807DBC944491}" srcOrd="0" destOrd="0" parTransId="{E27CE936-DD05-4363-82E8-A6066C5DF5CE}" sibTransId="{81BE083C-A557-4108-9A5E-D336C9EE6B8D}"/>
    <dgm:cxn modelId="{F6F00834-DD78-40F9-B4FB-109BAD7547A3}" type="presOf" srcId="{6596D7CE-3368-4216-93BA-B9E3004D8126}" destId="{467A57FD-0723-4642-9678-A85F8E92E277}" srcOrd="0" destOrd="0" presId="urn:microsoft.com/office/officeart/2018/2/layout/IconCircleList"/>
    <dgm:cxn modelId="{541B1936-1B07-47AB-B47E-A8E4EEF3C893}" type="presOf" srcId="{B61A3DA1-550B-4C9D-87A3-807DBC944491}" destId="{306BD963-9D38-4E1C-894A-9CC43516FD21}" srcOrd="0" destOrd="0" presId="urn:microsoft.com/office/officeart/2018/2/layout/IconCircleList"/>
    <dgm:cxn modelId="{91578F39-68DE-47D1-9833-B722F6B803BF}" type="presOf" srcId="{9D349521-BD17-4F2A-B245-C679BD4FC5F9}" destId="{B88CCA44-FCE1-40C3-AC94-45F37428F541}" srcOrd="0" destOrd="0" presId="urn:microsoft.com/office/officeart/2018/2/layout/IconCircleList"/>
    <dgm:cxn modelId="{1D08946D-510C-4ACC-951A-9A98383F9617}" type="presOf" srcId="{CAF64DA4-20F4-458F-831C-9ACD78F68B26}" destId="{7EB3BFD8-E5EC-436F-8839-23E88B399127}" srcOrd="0" destOrd="0" presId="urn:microsoft.com/office/officeart/2018/2/layout/IconCircleList"/>
    <dgm:cxn modelId="{179CD37D-D91C-4EBE-B59B-E1BAACDD2050}" type="presOf" srcId="{7CF50BE6-7F4D-4A77-93BF-045452567454}" destId="{35D5CD7E-2FA8-45E6-AA42-EF4A01C5D90D}" srcOrd="0" destOrd="0" presId="urn:microsoft.com/office/officeart/2018/2/layout/IconCircleList"/>
    <dgm:cxn modelId="{1F5FEA7D-DBFB-4F66-BD98-89FA471F9D91}" type="presOf" srcId="{07DB17A0-AD27-4E89-A611-2713EB0F1E4B}" destId="{289E1A25-1092-405E-8153-20F388BB6728}" srcOrd="0" destOrd="0" presId="urn:microsoft.com/office/officeart/2018/2/layout/IconCircleList"/>
    <dgm:cxn modelId="{23843290-EC27-4F45-8AA5-AF7E9C4ABC4B}" type="presOf" srcId="{81BE083C-A557-4108-9A5E-D336C9EE6B8D}" destId="{2308CCE3-EA7B-47DB-BBB6-F51D4A3AD78E}" srcOrd="0" destOrd="0" presId="urn:microsoft.com/office/officeart/2018/2/layout/IconCircleList"/>
    <dgm:cxn modelId="{8D50D8B6-53BF-4635-84F8-43409FF76A55}" srcId="{B5580979-14F3-45CC-968E-38C4965B83B7}" destId="{7CF50BE6-7F4D-4A77-93BF-045452567454}" srcOrd="4" destOrd="0" parTransId="{001EFFA1-12AA-4CE6-B44C-F35657515F42}" sibTransId="{E02F342F-88D0-46B2-9275-7FB736D83437}"/>
    <dgm:cxn modelId="{9F6E49C1-25D3-459B-B7DF-D635D6718096}" type="presOf" srcId="{BD0ECE0F-6E46-4829-8D93-0E7F02ED79C9}" destId="{ADA50240-0163-4859-BD65-D44DD2240564}" srcOrd="0" destOrd="0" presId="urn:microsoft.com/office/officeart/2018/2/layout/IconCircleList"/>
    <dgm:cxn modelId="{34DAF7D8-386D-4288-8630-7752989544B4}" srcId="{B5580979-14F3-45CC-968E-38C4965B83B7}" destId="{CAF64DA4-20F4-458F-831C-9ACD78F68B26}" srcOrd="2" destOrd="0" parTransId="{01397045-A25C-414E-B7D2-A021E34297CE}" sibTransId="{9D349521-BD17-4F2A-B245-C679BD4FC5F9}"/>
    <dgm:cxn modelId="{00AF1DF1-0A76-4BCD-B44C-729EFB2C31D8}" type="presOf" srcId="{B8C0278E-2542-483E-AF19-3BE82494A0EA}" destId="{AEB7B7DF-3910-4DF4-97C3-8E6A38AC5553}" srcOrd="0" destOrd="0" presId="urn:microsoft.com/office/officeart/2018/2/layout/IconCircleList"/>
    <dgm:cxn modelId="{736CC9F5-9982-4D9C-9899-BA65D8C579A2}" srcId="{B5580979-14F3-45CC-968E-38C4965B83B7}" destId="{6596D7CE-3368-4216-93BA-B9E3004D8126}" srcOrd="3" destOrd="0" parTransId="{0F3D3107-CBC8-4334-B8F8-065ADE5533A5}" sibTransId="{BD0ECE0F-6E46-4829-8D93-0E7F02ED79C9}"/>
    <dgm:cxn modelId="{E9D74CFA-332F-4801-AC14-6CF9B8F86A28}" type="presOf" srcId="{B5580979-14F3-45CC-968E-38C4965B83B7}" destId="{6C388A33-B621-4F22-9045-CF9B37F880C7}" srcOrd="0" destOrd="0" presId="urn:microsoft.com/office/officeart/2018/2/layout/IconCircleList"/>
    <dgm:cxn modelId="{A03B93FD-DDDF-456B-B6FC-AAD89CA1DE14}" srcId="{B5580979-14F3-45CC-968E-38C4965B83B7}" destId="{07DB17A0-AD27-4E89-A611-2713EB0F1E4B}" srcOrd="1" destOrd="0" parTransId="{C53EF57F-5706-49A8-9F33-13F4B659BAD3}" sibTransId="{B8C0278E-2542-483E-AF19-3BE82494A0EA}"/>
    <dgm:cxn modelId="{4EC8F6A0-5FC5-422A-9903-CE00F84D3533}" type="presParOf" srcId="{6C388A33-B621-4F22-9045-CF9B37F880C7}" destId="{8F268DB4-5D32-4A81-97A6-C514006FCD5C}" srcOrd="0" destOrd="0" presId="urn:microsoft.com/office/officeart/2018/2/layout/IconCircleList"/>
    <dgm:cxn modelId="{5F3201CD-2409-4F11-9700-93FA548BF31A}" type="presParOf" srcId="{8F268DB4-5D32-4A81-97A6-C514006FCD5C}" destId="{0ABA1A02-4E62-4A45-8338-B8CA36E0EDD9}" srcOrd="0" destOrd="0" presId="urn:microsoft.com/office/officeart/2018/2/layout/IconCircleList"/>
    <dgm:cxn modelId="{D29E1F3F-8178-42D0-BE76-EF2F96949998}" type="presParOf" srcId="{0ABA1A02-4E62-4A45-8338-B8CA36E0EDD9}" destId="{9B1B1DED-D890-43D5-A3ED-D06FC30AB5ED}" srcOrd="0" destOrd="0" presId="urn:microsoft.com/office/officeart/2018/2/layout/IconCircleList"/>
    <dgm:cxn modelId="{4F4DA0FF-C777-4B78-9FF2-E9598A8BE23E}" type="presParOf" srcId="{0ABA1A02-4E62-4A45-8338-B8CA36E0EDD9}" destId="{E3C5148D-627B-496B-9E20-617BB870C281}" srcOrd="1" destOrd="0" presId="urn:microsoft.com/office/officeart/2018/2/layout/IconCircleList"/>
    <dgm:cxn modelId="{CB822A86-AF29-45D1-8D52-9DA1C93BE9C0}" type="presParOf" srcId="{0ABA1A02-4E62-4A45-8338-B8CA36E0EDD9}" destId="{037625CE-461D-4C6B-9C0D-1AAF777A3F4E}" srcOrd="2" destOrd="0" presId="urn:microsoft.com/office/officeart/2018/2/layout/IconCircleList"/>
    <dgm:cxn modelId="{37E3BD5D-647B-4273-A1E7-09378A6BBA1D}" type="presParOf" srcId="{0ABA1A02-4E62-4A45-8338-B8CA36E0EDD9}" destId="{306BD963-9D38-4E1C-894A-9CC43516FD21}" srcOrd="3" destOrd="0" presId="urn:microsoft.com/office/officeart/2018/2/layout/IconCircleList"/>
    <dgm:cxn modelId="{B35E2492-4029-4BA4-96D3-A372767692E0}" type="presParOf" srcId="{8F268DB4-5D32-4A81-97A6-C514006FCD5C}" destId="{2308CCE3-EA7B-47DB-BBB6-F51D4A3AD78E}" srcOrd="1" destOrd="0" presId="urn:microsoft.com/office/officeart/2018/2/layout/IconCircleList"/>
    <dgm:cxn modelId="{1A72C31D-6603-4CBC-8686-51D1FAD935E1}" type="presParOf" srcId="{8F268DB4-5D32-4A81-97A6-C514006FCD5C}" destId="{5E86E800-5FBF-4A1F-A9BD-AABEA5A72184}" srcOrd="2" destOrd="0" presId="urn:microsoft.com/office/officeart/2018/2/layout/IconCircleList"/>
    <dgm:cxn modelId="{31E45F77-E05E-4047-A9C0-8559945D0F21}" type="presParOf" srcId="{5E86E800-5FBF-4A1F-A9BD-AABEA5A72184}" destId="{6475DBF1-D980-46C8-93ED-360CA763A388}" srcOrd="0" destOrd="0" presId="urn:microsoft.com/office/officeart/2018/2/layout/IconCircleList"/>
    <dgm:cxn modelId="{3BA96275-6B1E-4583-84E1-3E8C0B85210F}" type="presParOf" srcId="{5E86E800-5FBF-4A1F-A9BD-AABEA5A72184}" destId="{F4D5FC71-35C3-405A-8AC9-98F970EECDA6}" srcOrd="1" destOrd="0" presId="urn:microsoft.com/office/officeart/2018/2/layout/IconCircleList"/>
    <dgm:cxn modelId="{C9DD24CD-0136-4975-8190-ACCDBDE1E6A3}" type="presParOf" srcId="{5E86E800-5FBF-4A1F-A9BD-AABEA5A72184}" destId="{926A8D7E-4334-4FEF-8630-4A0AD1E94BB2}" srcOrd="2" destOrd="0" presId="urn:microsoft.com/office/officeart/2018/2/layout/IconCircleList"/>
    <dgm:cxn modelId="{9E4B4780-B4CD-4967-AD8B-02B209606E1C}" type="presParOf" srcId="{5E86E800-5FBF-4A1F-A9BD-AABEA5A72184}" destId="{289E1A25-1092-405E-8153-20F388BB6728}" srcOrd="3" destOrd="0" presId="urn:microsoft.com/office/officeart/2018/2/layout/IconCircleList"/>
    <dgm:cxn modelId="{4E2B34EF-D7DC-434F-83F2-6FB1C5402F60}" type="presParOf" srcId="{8F268DB4-5D32-4A81-97A6-C514006FCD5C}" destId="{AEB7B7DF-3910-4DF4-97C3-8E6A38AC5553}" srcOrd="3" destOrd="0" presId="urn:microsoft.com/office/officeart/2018/2/layout/IconCircleList"/>
    <dgm:cxn modelId="{5BCCDCD6-6DF2-4518-B1B5-E5BB20BCC97B}" type="presParOf" srcId="{8F268DB4-5D32-4A81-97A6-C514006FCD5C}" destId="{2CE9BCCB-2532-477D-8F06-1E7E5EB19C53}" srcOrd="4" destOrd="0" presId="urn:microsoft.com/office/officeart/2018/2/layout/IconCircleList"/>
    <dgm:cxn modelId="{F16128BF-5FA1-4AA2-A655-B394702ECE88}" type="presParOf" srcId="{2CE9BCCB-2532-477D-8F06-1E7E5EB19C53}" destId="{27CF849C-2810-484D-A4AD-6A4BF28EA683}" srcOrd="0" destOrd="0" presId="urn:microsoft.com/office/officeart/2018/2/layout/IconCircleList"/>
    <dgm:cxn modelId="{141FD722-5148-4FAD-949A-1499AB5A97BC}" type="presParOf" srcId="{2CE9BCCB-2532-477D-8F06-1E7E5EB19C53}" destId="{82D0D345-5407-4F26-9F6A-F0A132751BC8}" srcOrd="1" destOrd="0" presId="urn:microsoft.com/office/officeart/2018/2/layout/IconCircleList"/>
    <dgm:cxn modelId="{D6ECE69C-1184-4D05-B794-0B073131DEDF}" type="presParOf" srcId="{2CE9BCCB-2532-477D-8F06-1E7E5EB19C53}" destId="{028FF03E-BB21-4849-84B6-02D028307CF3}" srcOrd="2" destOrd="0" presId="urn:microsoft.com/office/officeart/2018/2/layout/IconCircleList"/>
    <dgm:cxn modelId="{8F2EFD47-64FD-4268-AB73-5687DDFD9E44}" type="presParOf" srcId="{2CE9BCCB-2532-477D-8F06-1E7E5EB19C53}" destId="{7EB3BFD8-E5EC-436F-8839-23E88B399127}" srcOrd="3" destOrd="0" presId="urn:microsoft.com/office/officeart/2018/2/layout/IconCircleList"/>
    <dgm:cxn modelId="{20174629-1F57-4DEF-BFE7-3591530CA280}" type="presParOf" srcId="{8F268DB4-5D32-4A81-97A6-C514006FCD5C}" destId="{B88CCA44-FCE1-40C3-AC94-45F37428F541}" srcOrd="5" destOrd="0" presId="urn:microsoft.com/office/officeart/2018/2/layout/IconCircleList"/>
    <dgm:cxn modelId="{852D8B2C-7E58-49A2-BCC6-3A32E0E095AC}" type="presParOf" srcId="{8F268DB4-5D32-4A81-97A6-C514006FCD5C}" destId="{42191BE2-3850-4051-8F8E-7509DB530D07}" srcOrd="6" destOrd="0" presId="urn:microsoft.com/office/officeart/2018/2/layout/IconCircleList"/>
    <dgm:cxn modelId="{A51B5365-131E-4E83-9146-549D9F9693AA}" type="presParOf" srcId="{42191BE2-3850-4051-8F8E-7509DB530D07}" destId="{0FE5EADA-D159-466C-9939-6B1414CC578B}" srcOrd="0" destOrd="0" presId="urn:microsoft.com/office/officeart/2018/2/layout/IconCircleList"/>
    <dgm:cxn modelId="{3F53C8C2-E736-47BD-9847-F1224ADE415D}" type="presParOf" srcId="{42191BE2-3850-4051-8F8E-7509DB530D07}" destId="{DFDD9DA5-9759-41AA-9944-B265ABCCB2AB}" srcOrd="1" destOrd="0" presId="urn:microsoft.com/office/officeart/2018/2/layout/IconCircleList"/>
    <dgm:cxn modelId="{740A7D98-E1B6-46E3-A435-4A79F6962104}" type="presParOf" srcId="{42191BE2-3850-4051-8F8E-7509DB530D07}" destId="{3641D886-EA34-4EF9-B383-913E24F5961C}" srcOrd="2" destOrd="0" presId="urn:microsoft.com/office/officeart/2018/2/layout/IconCircleList"/>
    <dgm:cxn modelId="{1F4E1A22-FE6A-47E4-88ED-9734E348BCCA}" type="presParOf" srcId="{42191BE2-3850-4051-8F8E-7509DB530D07}" destId="{467A57FD-0723-4642-9678-A85F8E92E277}" srcOrd="3" destOrd="0" presId="urn:microsoft.com/office/officeart/2018/2/layout/IconCircleList"/>
    <dgm:cxn modelId="{7F5A8EE7-774B-46E5-93FA-F778C86EBD64}" type="presParOf" srcId="{8F268DB4-5D32-4A81-97A6-C514006FCD5C}" destId="{ADA50240-0163-4859-BD65-D44DD2240564}" srcOrd="7" destOrd="0" presId="urn:microsoft.com/office/officeart/2018/2/layout/IconCircleList"/>
    <dgm:cxn modelId="{4ED456AA-FBC4-481C-BD43-A79A4D2EDB2C}" type="presParOf" srcId="{8F268DB4-5D32-4A81-97A6-C514006FCD5C}" destId="{531832C3-D586-4F4B-B560-C28EC79E9731}" srcOrd="8" destOrd="0" presId="urn:microsoft.com/office/officeart/2018/2/layout/IconCircleList"/>
    <dgm:cxn modelId="{8F39186F-8088-4CDA-9CD3-1397D58CB2AD}" type="presParOf" srcId="{531832C3-D586-4F4B-B560-C28EC79E9731}" destId="{A9B4E60A-CCB0-47DF-90AF-833F2B2F109C}" srcOrd="0" destOrd="0" presId="urn:microsoft.com/office/officeart/2018/2/layout/IconCircleList"/>
    <dgm:cxn modelId="{1BBA7792-59CC-4DC4-A4B9-111707C6C012}" type="presParOf" srcId="{531832C3-D586-4F4B-B560-C28EC79E9731}" destId="{6C8CB545-CDE2-42E7-8866-A7129B984442}" srcOrd="1" destOrd="0" presId="urn:microsoft.com/office/officeart/2018/2/layout/IconCircleList"/>
    <dgm:cxn modelId="{CC38EB7C-CD83-4961-9F00-CA84A5F32FEB}" type="presParOf" srcId="{531832C3-D586-4F4B-B560-C28EC79E9731}" destId="{FF2EAD3D-587E-4DDB-8B8D-F4C133C7252A}" srcOrd="2" destOrd="0" presId="urn:microsoft.com/office/officeart/2018/2/layout/IconCircleList"/>
    <dgm:cxn modelId="{3F2352AF-BF21-45A7-8543-35C0319E8D2D}" type="presParOf" srcId="{531832C3-D586-4F4B-B560-C28EC79E9731}" destId="{35D5CD7E-2FA8-45E6-AA42-EF4A01C5D90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1200AE-BB62-4951-9079-27068006CE7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3AA5DCB-BBE9-49CD-97C5-ED500521444D}">
      <dgm:prSet/>
      <dgm:spPr/>
      <dgm:t>
        <a:bodyPr/>
        <a:lstStyle/>
        <a:p>
          <a:r>
            <a:rPr lang="en-US"/>
            <a:t>Develop and train an ANN and a CNN model for Fashion-MNIST image classification.</a:t>
          </a:r>
        </a:p>
      </dgm:t>
    </dgm:pt>
    <dgm:pt modelId="{88F34332-9DB3-401A-9780-1027180D2D86}" type="parTrans" cxnId="{E855F2F1-4F58-41DC-A31B-AC1FC1C01310}">
      <dgm:prSet/>
      <dgm:spPr/>
      <dgm:t>
        <a:bodyPr/>
        <a:lstStyle/>
        <a:p>
          <a:endParaRPr lang="en-US"/>
        </a:p>
      </dgm:t>
    </dgm:pt>
    <dgm:pt modelId="{850F275C-0875-493D-8E08-049E9DD1682A}" type="sibTrans" cxnId="{E855F2F1-4F58-41DC-A31B-AC1FC1C01310}">
      <dgm:prSet/>
      <dgm:spPr/>
      <dgm:t>
        <a:bodyPr/>
        <a:lstStyle/>
        <a:p>
          <a:endParaRPr lang="en-US"/>
        </a:p>
      </dgm:t>
    </dgm:pt>
    <dgm:pt modelId="{EAEBFDF7-084A-40A4-9A68-953C65964E96}">
      <dgm:prSet/>
      <dgm:spPr/>
      <dgm:t>
        <a:bodyPr/>
        <a:lstStyle/>
        <a:p>
          <a:r>
            <a:rPr lang="en-US"/>
            <a:t>We will assess model performance using accuracy, loss trends, confusion matrices, and classification metrics.</a:t>
          </a:r>
        </a:p>
      </dgm:t>
    </dgm:pt>
    <dgm:pt modelId="{EF163919-D794-4437-9B89-E981CFF96E50}" type="parTrans" cxnId="{57E93E34-6DBE-446B-A6AB-6BA86AB96348}">
      <dgm:prSet/>
      <dgm:spPr/>
      <dgm:t>
        <a:bodyPr/>
        <a:lstStyle/>
        <a:p>
          <a:endParaRPr lang="en-US"/>
        </a:p>
      </dgm:t>
    </dgm:pt>
    <dgm:pt modelId="{2C4CBBF3-71C2-4B2B-9593-4B68A7276553}" type="sibTrans" cxnId="{57E93E34-6DBE-446B-A6AB-6BA86AB96348}">
      <dgm:prSet/>
      <dgm:spPr/>
      <dgm:t>
        <a:bodyPr/>
        <a:lstStyle/>
        <a:p>
          <a:endParaRPr lang="en-US"/>
        </a:p>
      </dgm:t>
    </dgm:pt>
    <dgm:pt modelId="{01811B8C-F117-4DE7-81C9-EBD0DBA2F29F}">
      <dgm:prSet/>
      <dgm:spPr/>
      <dgm:t>
        <a:bodyPr/>
        <a:lstStyle/>
        <a:p>
          <a:r>
            <a:rPr lang="en-US"/>
            <a:t>We will assess model generalization using the validation results and analysis of performance across each class.</a:t>
          </a:r>
        </a:p>
      </dgm:t>
    </dgm:pt>
    <dgm:pt modelId="{5420DC96-DF72-4D58-A4C6-1299357D876F}" type="parTrans" cxnId="{ED72F2BC-F86A-49D0-8A55-D83B9F115E51}">
      <dgm:prSet/>
      <dgm:spPr/>
      <dgm:t>
        <a:bodyPr/>
        <a:lstStyle/>
        <a:p>
          <a:endParaRPr lang="en-US"/>
        </a:p>
      </dgm:t>
    </dgm:pt>
    <dgm:pt modelId="{1D57A7FF-A6C7-4349-9C55-BD55AF2CAF14}" type="sibTrans" cxnId="{ED72F2BC-F86A-49D0-8A55-D83B9F115E51}">
      <dgm:prSet/>
      <dgm:spPr/>
      <dgm:t>
        <a:bodyPr/>
        <a:lstStyle/>
        <a:p>
          <a:endParaRPr lang="en-US"/>
        </a:p>
      </dgm:t>
    </dgm:pt>
    <dgm:pt modelId="{D9DA0B71-9315-4FF8-9B41-171B65E7D034}">
      <dgm:prSet/>
      <dgm:spPr/>
      <dgm:t>
        <a:bodyPr/>
        <a:lstStyle/>
        <a:p>
          <a:r>
            <a:rPr lang="en-US"/>
            <a:t>We will assess the limitations of the model and we will examine where it tends to misclassify to determine if, and how it is limited.</a:t>
          </a:r>
        </a:p>
      </dgm:t>
    </dgm:pt>
    <dgm:pt modelId="{02E4F18C-EE7A-48DD-8D41-12787CC45DDF}" type="parTrans" cxnId="{5CACA3B9-F1A6-455D-9C8F-D1BBFBC10C0C}">
      <dgm:prSet/>
      <dgm:spPr/>
      <dgm:t>
        <a:bodyPr/>
        <a:lstStyle/>
        <a:p>
          <a:endParaRPr lang="en-US"/>
        </a:p>
      </dgm:t>
    </dgm:pt>
    <dgm:pt modelId="{A340F772-34E8-4AFA-8B85-D9ECCE7CCF8C}" type="sibTrans" cxnId="{5CACA3B9-F1A6-455D-9C8F-D1BBFBC10C0C}">
      <dgm:prSet/>
      <dgm:spPr/>
      <dgm:t>
        <a:bodyPr/>
        <a:lstStyle/>
        <a:p>
          <a:endParaRPr lang="en-US"/>
        </a:p>
      </dgm:t>
    </dgm:pt>
    <dgm:pt modelId="{C01F5743-95CA-4633-BDDE-8E05A66A6316}">
      <dgm:prSet/>
      <dgm:spPr/>
      <dgm:t>
        <a:bodyPr/>
        <a:lstStyle/>
        <a:p>
          <a:r>
            <a:rPr lang="en-US"/>
            <a:t>We will provide some suggestions and directions for future research that can assist in maximizing overall accuracy and/or stability.</a:t>
          </a:r>
        </a:p>
      </dgm:t>
    </dgm:pt>
    <dgm:pt modelId="{49910FE5-0009-4A4B-B9FB-F77A9C7A1894}" type="parTrans" cxnId="{EFCD3FA3-35E0-46B7-81E2-1940818135E4}">
      <dgm:prSet/>
      <dgm:spPr/>
      <dgm:t>
        <a:bodyPr/>
        <a:lstStyle/>
        <a:p>
          <a:endParaRPr lang="en-US"/>
        </a:p>
      </dgm:t>
    </dgm:pt>
    <dgm:pt modelId="{D6C37A1C-65B5-4ED8-BEAE-DE2756DC5617}" type="sibTrans" cxnId="{EFCD3FA3-35E0-46B7-81E2-1940818135E4}">
      <dgm:prSet/>
      <dgm:spPr/>
      <dgm:t>
        <a:bodyPr/>
        <a:lstStyle/>
        <a:p>
          <a:endParaRPr lang="en-US"/>
        </a:p>
      </dgm:t>
    </dgm:pt>
    <dgm:pt modelId="{C660532F-6F7C-47E1-B8CD-D282E0066C2B}" type="pres">
      <dgm:prSet presAssocID="{781200AE-BB62-4951-9079-27068006CE79}" presName="root" presStyleCnt="0">
        <dgm:presLayoutVars>
          <dgm:dir/>
          <dgm:resizeHandles val="exact"/>
        </dgm:presLayoutVars>
      </dgm:prSet>
      <dgm:spPr/>
    </dgm:pt>
    <dgm:pt modelId="{FFF31E5D-76A0-45C8-9098-165A6D9F9152}" type="pres">
      <dgm:prSet presAssocID="{23AA5DCB-BBE9-49CD-97C5-ED500521444D}" presName="compNode" presStyleCnt="0"/>
      <dgm:spPr/>
    </dgm:pt>
    <dgm:pt modelId="{E1EBA84F-EB47-41C9-8EB6-FD7BD465DC30}" type="pres">
      <dgm:prSet presAssocID="{23AA5DCB-BBE9-49CD-97C5-ED500521444D}" presName="bgRect" presStyleLbl="bgShp" presStyleIdx="0" presStyleCnt="5"/>
      <dgm:spPr/>
    </dgm:pt>
    <dgm:pt modelId="{5B5CF98B-F63A-4B96-BA16-957E47676355}" type="pres">
      <dgm:prSet presAssocID="{23AA5DCB-BBE9-49CD-97C5-ED500521444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F47E96FA-7A69-414C-9F8E-41A72C1E920D}" type="pres">
      <dgm:prSet presAssocID="{23AA5DCB-BBE9-49CD-97C5-ED500521444D}" presName="spaceRect" presStyleCnt="0"/>
      <dgm:spPr/>
    </dgm:pt>
    <dgm:pt modelId="{8F5CEDB7-68B3-4D07-9333-EB1B81244690}" type="pres">
      <dgm:prSet presAssocID="{23AA5DCB-BBE9-49CD-97C5-ED500521444D}" presName="parTx" presStyleLbl="revTx" presStyleIdx="0" presStyleCnt="5">
        <dgm:presLayoutVars>
          <dgm:chMax val="0"/>
          <dgm:chPref val="0"/>
        </dgm:presLayoutVars>
      </dgm:prSet>
      <dgm:spPr/>
    </dgm:pt>
    <dgm:pt modelId="{2A2412CC-14A4-4994-B6E9-8D00F44B65F1}" type="pres">
      <dgm:prSet presAssocID="{850F275C-0875-493D-8E08-049E9DD1682A}" presName="sibTrans" presStyleCnt="0"/>
      <dgm:spPr/>
    </dgm:pt>
    <dgm:pt modelId="{E072FA1A-B4B7-441F-B5B1-EBCF87D17830}" type="pres">
      <dgm:prSet presAssocID="{EAEBFDF7-084A-40A4-9A68-953C65964E96}" presName="compNode" presStyleCnt="0"/>
      <dgm:spPr/>
    </dgm:pt>
    <dgm:pt modelId="{41394E46-087F-4FD9-83C4-F247866A85E5}" type="pres">
      <dgm:prSet presAssocID="{EAEBFDF7-084A-40A4-9A68-953C65964E96}" presName="bgRect" presStyleLbl="bgShp" presStyleIdx="1" presStyleCnt="5"/>
      <dgm:spPr/>
    </dgm:pt>
    <dgm:pt modelId="{4446A7D1-5BBF-4EC8-BDD7-8DF28A75F944}" type="pres">
      <dgm:prSet presAssocID="{EAEBFDF7-084A-40A4-9A68-953C65964E9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6F36427C-FF99-4DE7-B3D7-A1BEF04C5DDD}" type="pres">
      <dgm:prSet presAssocID="{EAEBFDF7-084A-40A4-9A68-953C65964E96}" presName="spaceRect" presStyleCnt="0"/>
      <dgm:spPr/>
    </dgm:pt>
    <dgm:pt modelId="{30450650-C511-439B-8D0A-BFB861753048}" type="pres">
      <dgm:prSet presAssocID="{EAEBFDF7-084A-40A4-9A68-953C65964E96}" presName="parTx" presStyleLbl="revTx" presStyleIdx="1" presStyleCnt="5">
        <dgm:presLayoutVars>
          <dgm:chMax val="0"/>
          <dgm:chPref val="0"/>
        </dgm:presLayoutVars>
      </dgm:prSet>
      <dgm:spPr/>
    </dgm:pt>
    <dgm:pt modelId="{AEC30865-792F-4041-A66D-FAB2324A42FA}" type="pres">
      <dgm:prSet presAssocID="{2C4CBBF3-71C2-4B2B-9593-4B68A7276553}" presName="sibTrans" presStyleCnt="0"/>
      <dgm:spPr/>
    </dgm:pt>
    <dgm:pt modelId="{0F86C373-1914-45E4-80B8-132A79222E1B}" type="pres">
      <dgm:prSet presAssocID="{01811B8C-F117-4DE7-81C9-EBD0DBA2F29F}" presName="compNode" presStyleCnt="0"/>
      <dgm:spPr/>
    </dgm:pt>
    <dgm:pt modelId="{9880B851-370A-4771-87C2-301265223300}" type="pres">
      <dgm:prSet presAssocID="{01811B8C-F117-4DE7-81C9-EBD0DBA2F29F}" presName="bgRect" presStyleLbl="bgShp" presStyleIdx="2" presStyleCnt="5"/>
      <dgm:spPr/>
    </dgm:pt>
    <dgm:pt modelId="{3EA72F6C-5894-4F55-8F46-53E3954F36DF}" type="pres">
      <dgm:prSet presAssocID="{01811B8C-F117-4DE7-81C9-EBD0DBA2F29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8C80EFF4-1B43-43CF-B89F-972A9A126B4F}" type="pres">
      <dgm:prSet presAssocID="{01811B8C-F117-4DE7-81C9-EBD0DBA2F29F}" presName="spaceRect" presStyleCnt="0"/>
      <dgm:spPr/>
    </dgm:pt>
    <dgm:pt modelId="{6C5B4413-9E34-4E6B-9B86-8F3B265418A7}" type="pres">
      <dgm:prSet presAssocID="{01811B8C-F117-4DE7-81C9-EBD0DBA2F29F}" presName="parTx" presStyleLbl="revTx" presStyleIdx="2" presStyleCnt="5">
        <dgm:presLayoutVars>
          <dgm:chMax val="0"/>
          <dgm:chPref val="0"/>
        </dgm:presLayoutVars>
      </dgm:prSet>
      <dgm:spPr/>
    </dgm:pt>
    <dgm:pt modelId="{1C25A772-5C87-46E8-8C91-216186A5ADC3}" type="pres">
      <dgm:prSet presAssocID="{1D57A7FF-A6C7-4349-9C55-BD55AF2CAF14}" presName="sibTrans" presStyleCnt="0"/>
      <dgm:spPr/>
    </dgm:pt>
    <dgm:pt modelId="{29813898-9780-4E57-A4B8-1B540ABD8D69}" type="pres">
      <dgm:prSet presAssocID="{D9DA0B71-9315-4FF8-9B41-171B65E7D034}" presName="compNode" presStyleCnt="0"/>
      <dgm:spPr/>
    </dgm:pt>
    <dgm:pt modelId="{5A502D9E-6F4E-431C-BAB7-58FC3C8652B0}" type="pres">
      <dgm:prSet presAssocID="{D9DA0B71-9315-4FF8-9B41-171B65E7D034}" presName="bgRect" presStyleLbl="bgShp" presStyleIdx="3" presStyleCnt="5"/>
      <dgm:spPr/>
    </dgm:pt>
    <dgm:pt modelId="{9F739738-4C69-49E2-828A-FD01D9E47A26}" type="pres">
      <dgm:prSet presAssocID="{D9DA0B71-9315-4FF8-9B41-171B65E7D03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A80D6651-ED7C-4B79-9C10-851A4E58A291}" type="pres">
      <dgm:prSet presAssocID="{D9DA0B71-9315-4FF8-9B41-171B65E7D034}" presName="spaceRect" presStyleCnt="0"/>
      <dgm:spPr/>
    </dgm:pt>
    <dgm:pt modelId="{1CFF7B0D-4512-4A00-89DA-3F4FC67CB434}" type="pres">
      <dgm:prSet presAssocID="{D9DA0B71-9315-4FF8-9B41-171B65E7D034}" presName="parTx" presStyleLbl="revTx" presStyleIdx="3" presStyleCnt="5">
        <dgm:presLayoutVars>
          <dgm:chMax val="0"/>
          <dgm:chPref val="0"/>
        </dgm:presLayoutVars>
      </dgm:prSet>
      <dgm:spPr/>
    </dgm:pt>
    <dgm:pt modelId="{B4BB5557-D70F-44C5-BA70-9ED1CF9C746C}" type="pres">
      <dgm:prSet presAssocID="{A340F772-34E8-4AFA-8B85-D9ECCE7CCF8C}" presName="sibTrans" presStyleCnt="0"/>
      <dgm:spPr/>
    </dgm:pt>
    <dgm:pt modelId="{35FAF176-F0DC-408F-AC2C-4D6C39CACA40}" type="pres">
      <dgm:prSet presAssocID="{C01F5743-95CA-4633-BDDE-8E05A66A6316}" presName="compNode" presStyleCnt="0"/>
      <dgm:spPr/>
    </dgm:pt>
    <dgm:pt modelId="{03A83D87-7354-4251-BFD3-BE52C5020BAB}" type="pres">
      <dgm:prSet presAssocID="{C01F5743-95CA-4633-BDDE-8E05A66A6316}" presName="bgRect" presStyleLbl="bgShp" presStyleIdx="4" presStyleCnt="5"/>
      <dgm:spPr/>
    </dgm:pt>
    <dgm:pt modelId="{0389A8EE-02E4-425D-BEEB-1A5F5ABFB66B}" type="pres">
      <dgm:prSet presAssocID="{C01F5743-95CA-4633-BDDE-8E05A66A631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E4E57E0C-74EC-46BD-8A41-4D2DD833CEDE}" type="pres">
      <dgm:prSet presAssocID="{C01F5743-95CA-4633-BDDE-8E05A66A6316}" presName="spaceRect" presStyleCnt="0"/>
      <dgm:spPr/>
    </dgm:pt>
    <dgm:pt modelId="{B4E3AD64-6955-4F9A-8847-31D3D854DAC7}" type="pres">
      <dgm:prSet presAssocID="{C01F5743-95CA-4633-BDDE-8E05A66A631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7E93E34-6DBE-446B-A6AB-6BA86AB96348}" srcId="{781200AE-BB62-4951-9079-27068006CE79}" destId="{EAEBFDF7-084A-40A4-9A68-953C65964E96}" srcOrd="1" destOrd="0" parTransId="{EF163919-D794-4437-9B89-E981CFF96E50}" sibTransId="{2C4CBBF3-71C2-4B2B-9593-4B68A7276553}"/>
    <dgm:cxn modelId="{6DC89569-ED87-4AB4-950D-91F53D5C97F6}" type="presOf" srcId="{EAEBFDF7-084A-40A4-9A68-953C65964E96}" destId="{30450650-C511-439B-8D0A-BFB861753048}" srcOrd="0" destOrd="0" presId="urn:microsoft.com/office/officeart/2018/2/layout/IconVerticalSolidList"/>
    <dgm:cxn modelId="{EFCD3FA3-35E0-46B7-81E2-1940818135E4}" srcId="{781200AE-BB62-4951-9079-27068006CE79}" destId="{C01F5743-95CA-4633-BDDE-8E05A66A6316}" srcOrd="4" destOrd="0" parTransId="{49910FE5-0009-4A4B-B9FB-F77A9C7A1894}" sibTransId="{D6C37A1C-65B5-4ED8-BEAE-DE2756DC5617}"/>
    <dgm:cxn modelId="{835BFDA6-3B10-4FAD-BEC0-75DE51EE18CD}" type="presOf" srcId="{01811B8C-F117-4DE7-81C9-EBD0DBA2F29F}" destId="{6C5B4413-9E34-4E6B-9B86-8F3B265418A7}" srcOrd="0" destOrd="0" presId="urn:microsoft.com/office/officeart/2018/2/layout/IconVerticalSolidList"/>
    <dgm:cxn modelId="{5CACA3B9-F1A6-455D-9C8F-D1BBFBC10C0C}" srcId="{781200AE-BB62-4951-9079-27068006CE79}" destId="{D9DA0B71-9315-4FF8-9B41-171B65E7D034}" srcOrd="3" destOrd="0" parTransId="{02E4F18C-EE7A-48DD-8D41-12787CC45DDF}" sibTransId="{A340F772-34E8-4AFA-8B85-D9ECCE7CCF8C}"/>
    <dgm:cxn modelId="{ED72F2BC-F86A-49D0-8A55-D83B9F115E51}" srcId="{781200AE-BB62-4951-9079-27068006CE79}" destId="{01811B8C-F117-4DE7-81C9-EBD0DBA2F29F}" srcOrd="2" destOrd="0" parTransId="{5420DC96-DF72-4D58-A4C6-1299357D876F}" sibTransId="{1D57A7FF-A6C7-4349-9C55-BD55AF2CAF14}"/>
    <dgm:cxn modelId="{D60AA5D2-E5F4-48AC-B405-C8AD04DF5D23}" type="presOf" srcId="{D9DA0B71-9315-4FF8-9B41-171B65E7D034}" destId="{1CFF7B0D-4512-4A00-89DA-3F4FC67CB434}" srcOrd="0" destOrd="0" presId="urn:microsoft.com/office/officeart/2018/2/layout/IconVerticalSolidList"/>
    <dgm:cxn modelId="{DE0906D6-25FC-4B04-B281-6D76DEFF3A4B}" type="presOf" srcId="{23AA5DCB-BBE9-49CD-97C5-ED500521444D}" destId="{8F5CEDB7-68B3-4D07-9333-EB1B81244690}" srcOrd="0" destOrd="0" presId="urn:microsoft.com/office/officeart/2018/2/layout/IconVerticalSolidList"/>
    <dgm:cxn modelId="{25FACBDA-DFC9-4A95-87A2-21E664EF5EC0}" type="presOf" srcId="{781200AE-BB62-4951-9079-27068006CE79}" destId="{C660532F-6F7C-47E1-B8CD-D282E0066C2B}" srcOrd="0" destOrd="0" presId="urn:microsoft.com/office/officeart/2018/2/layout/IconVerticalSolidList"/>
    <dgm:cxn modelId="{ABE493EB-4E5C-4872-A376-07642DD88D0B}" type="presOf" srcId="{C01F5743-95CA-4633-BDDE-8E05A66A6316}" destId="{B4E3AD64-6955-4F9A-8847-31D3D854DAC7}" srcOrd="0" destOrd="0" presId="urn:microsoft.com/office/officeart/2018/2/layout/IconVerticalSolidList"/>
    <dgm:cxn modelId="{E855F2F1-4F58-41DC-A31B-AC1FC1C01310}" srcId="{781200AE-BB62-4951-9079-27068006CE79}" destId="{23AA5DCB-BBE9-49CD-97C5-ED500521444D}" srcOrd="0" destOrd="0" parTransId="{88F34332-9DB3-401A-9780-1027180D2D86}" sibTransId="{850F275C-0875-493D-8E08-049E9DD1682A}"/>
    <dgm:cxn modelId="{65FEC23F-37C2-40E0-A248-FF59EAB51CC6}" type="presParOf" srcId="{C660532F-6F7C-47E1-B8CD-D282E0066C2B}" destId="{FFF31E5D-76A0-45C8-9098-165A6D9F9152}" srcOrd="0" destOrd="0" presId="urn:microsoft.com/office/officeart/2018/2/layout/IconVerticalSolidList"/>
    <dgm:cxn modelId="{A95E4CDF-EE17-41D0-8874-1B0333C427AB}" type="presParOf" srcId="{FFF31E5D-76A0-45C8-9098-165A6D9F9152}" destId="{E1EBA84F-EB47-41C9-8EB6-FD7BD465DC30}" srcOrd="0" destOrd="0" presId="urn:microsoft.com/office/officeart/2018/2/layout/IconVerticalSolidList"/>
    <dgm:cxn modelId="{4F59563A-AE02-49FD-A48F-2DFAA167D28B}" type="presParOf" srcId="{FFF31E5D-76A0-45C8-9098-165A6D9F9152}" destId="{5B5CF98B-F63A-4B96-BA16-957E47676355}" srcOrd="1" destOrd="0" presId="urn:microsoft.com/office/officeart/2018/2/layout/IconVerticalSolidList"/>
    <dgm:cxn modelId="{2377F844-E391-4246-8F94-A978CC014E64}" type="presParOf" srcId="{FFF31E5D-76A0-45C8-9098-165A6D9F9152}" destId="{F47E96FA-7A69-414C-9F8E-41A72C1E920D}" srcOrd="2" destOrd="0" presId="urn:microsoft.com/office/officeart/2018/2/layout/IconVerticalSolidList"/>
    <dgm:cxn modelId="{86BB16DC-0E1D-482E-B755-62763F433F9D}" type="presParOf" srcId="{FFF31E5D-76A0-45C8-9098-165A6D9F9152}" destId="{8F5CEDB7-68B3-4D07-9333-EB1B81244690}" srcOrd="3" destOrd="0" presId="urn:microsoft.com/office/officeart/2018/2/layout/IconVerticalSolidList"/>
    <dgm:cxn modelId="{633C2BF1-FBDB-4644-9528-23421103D869}" type="presParOf" srcId="{C660532F-6F7C-47E1-B8CD-D282E0066C2B}" destId="{2A2412CC-14A4-4994-B6E9-8D00F44B65F1}" srcOrd="1" destOrd="0" presId="urn:microsoft.com/office/officeart/2018/2/layout/IconVerticalSolidList"/>
    <dgm:cxn modelId="{BA864FD1-A5A5-4947-9277-3117A990EBE5}" type="presParOf" srcId="{C660532F-6F7C-47E1-B8CD-D282E0066C2B}" destId="{E072FA1A-B4B7-441F-B5B1-EBCF87D17830}" srcOrd="2" destOrd="0" presId="urn:microsoft.com/office/officeart/2018/2/layout/IconVerticalSolidList"/>
    <dgm:cxn modelId="{58EFEB8C-1DCC-4C27-A5FA-B12C036CFA03}" type="presParOf" srcId="{E072FA1A-B4B7-441F-B5B1-EBCF87D17830}" destId="{41394E46-087F-4FD9-83C4-F247866A85E5}" srcOrd="0" destOrd="0" presId="urn:microsoft.com/office/officeart/2018/2/layout/IconVerticalSolidList"/>
    <dgm:cxn modelId="{ED7C2CAE-F682-4A46-BBE7-539AF4F9863A}" type="presParOf" srcId="{E072FA1A-B4B7-441F-B5B1-EBCF87D17830}" destId="{4446A7D1-5BBF-4EC8-BDD7-8DF28A75F944}" srcOrd="1" destOrd="0" presId="urn:microsoft.com/office/officeart/2018/2/layout/IconVerticalSolidList"/>
    <dgm:cxn modelId="{7530A1EE-5C35-4D2C-A2C9-F936C01D8291}" type="presParOf" srcId="{E072FA1A-B4B7-441F-B5B1-EBCF87D17830}" destId="{6F36427C-FF99-4DE7-B3D7-A1BEF04C5DDD}" srcOrd="2" destOrd="0" presId="urn:microsoft.com/office/officeart/2018/2/layout/IconVerticalSolidList"/>
    <dgm:cxn modelId="{FDFF451E-7462-467D-934D-7F834012EEED}" type="presParOf" srcId="{E072FA1A-B4B7-441F-B5B1-EBCF87D17830}" destId="{30450650-C511-439B-8D0A-BFB861753048}" srcOrd="3" destOrd="0" presId="urn:microsoft.com/office/officeart/2018/2/layout/IconVerticalSolidList"/>
    <dgm:cxn modelId="{648BB50F-ED2B-49A6-AD2D-81A3B9E99AA9}" type="presParOf" srcId="{C660532F-6F7C-47E1-B8CD-D282E0066C2B}" destId="{AEC30865-792F-4041-A66D-FAB2324A42FA}" srcOrd="3" destOrd="0" presId="urn:microsoft.com/office/officeart/2018/2/layout/IconVerticalSolidList"/>
    <dgm:cxn modelId="{0858C469-5875-4C73-B94E-0BEB63008B47}" type="presParOf" srcId="{C660532F-6F7C-47E1-B8CD-D282E0066C2B}" destId="{0F86C373-1914-45E4-80B8-132A79222E1B}" srcOrd="4" destOrd="0" presId="urn:microsoft.com/office/officeart/2018/2/layout/IconVerticalSolidList"/>
    <dgm:cxn modelId="{850A7F26-038B-437E-A7E9-3E03FF02040E}" type="presParOf" srcId="{0F86C373-1914-45E4-80B8-132A79222E1B}" destId="{9880B851-370A-4771-87C2-301265223300}" srcOrd="0" destOrd="0" presId="urn:microsoft.com/office/officeart/2018/2/layout/IconVerticalSolidList"/>
    <dgm:cxn modelId="{D5ECE21B-1F89-4552-8C2A-888E6DC5CC5C}" type="presParOf" srcId="{0F86C373-1914-45E4-80B8-132A79222E1B}" destId="{3EA72F6C-5894-4F55-8F46-53E3954F36DF}" srcOrd="1" destOrd="0" presId="urn:microsoft.com/office/officeart/2018/2/layout/IconVerticalSolidList"/>
    <dgm:cxn modelId="{E422B1BE-8FA5-461D-9A87-37E71BE1D02D}" type="presParOf" srcId="{0F86C373-1914-45E4-80B8-132A79222E1B}" destId="{8C80EFF4-1B43-43CF-B89F-972A9A126B4F}" srcOrd="2" destOrd="0" presId="urn:microsoft.com/office/officeart/2018/2/layout/IconVerticalSolidList"/>
    <dgm:cxn modelId="{0BA3C8C1-AA4A-4FA3-AD2C-B7A31BA63BC9}" type="presParOf" srcId="{0F86C373-1914-45E4-80B8-132A79222E1B}" destId="{6C5B4413-9E34-4E6B-9B86-8F3B265418A7}" srcOrd="3" destOrd="0" presId="urn:microsoft.com/office/officeart/2018/2/layout/IconVerticalSolidList"/>
    <dgm:cxn modelId="{83472C1A-F475-4A87-A5B1-A7F92FFF4187}" type="presParOf" srcId="{C660532F-6F7C-47E1-B8CD-D282E0066C2B}" destId="{1C25A772-5C87-46E8-8C91-216186A5ADC3}" srcOrd="5" destOrd="0" presId="urn:microsoft.com/office/officeart/2018/2/layout/IconVerticalSolidList"/>
    <dgm:cxn modelId="{02DE3040-9774-4198-8B19-BBE8B080E498}" type="presParOf" srcId="{C660532F-6F7C-47E1-B8CD-D282E0066C2B}" destId="{29813898-9780-4E57-A4B8-1B540ABD8D69}" srcOrd="6" destOrd="0" presId="urn:microsoft.com/office/officeart/2018/2/layout/IconVerticalSolidList"/>
    <dgm:cxn modelId="{675456D2-19F2-40AD-B574-12E9697FC9D4}" type="presParOf" srcId="{29813898-9780-4E57-A4B8-1B540ABD8D69}" destId="{5A502D9E-6F4E-431C-BAB7-58FC3C8652B0}" srcOrd="0" destOrd="0" presId="urn:microsoft.com/office/officeart/2018/2/layout/IconVerticalSolidList"/>
    <dgm:cxn modelId="{157F77E8-2CCA-4F13-B630-9692B66275E1}" type="presParOf" srcId="{29813898-9780-4E57-A4B8-1B540ABD8D69}" destId="{9F739738-4C69-49E2-828A-FD01D9E47A26}" srcOrd="1" destOrd="0" presId="urn:microsoft.com/office/officeart/2018/2/layout/IconVerticalSolidList"/>
    <dgm:cxn modelId="{AAFE20D5-F8F9-4E80-8625-1578C08D1A10}" type="presParOf" srcId="{29813898-9780-4E57-A4B8-1B540ABD8D69}" destId="{A80D6651-ED7C-4B79-9C10-851A4E58A291}" srcOrd="2" destOrd="0" presId="urn:microsoft.com/office/officeart/2018/2/layout/IconVerticalSolidList"/>
    <dgm:cxn modelId="{FD881643-682E-454D-AC46-DDE3A334446D}" type="presParOf" srcId="{29813898-9780-4E57-A4B8-1B540ABD8D69}" destId="{1CFF7B0D-4512-4A00-89DA-3F4FC67CB434}" srcOrd="3" destOrd="0" presId="urn:microsoft.com/office/officeart/2018/2/layout/IconVerticalSolidList"/>
    <dgm:cxn modelId="{D6CC8D81-1276-442F-A584-1FC012B45750}" type="presParOf" srcId="{C660532F-6F7C-47E1-B8CD-D282E0066C2B}" destId="{B4BB5557-D70F-44C5-BA70-9ED1CF9C746C}" srcOrd="7" destOrd="0" presId="urn:microsoft.com/office/officeart/2018/2/layout/IconVerticalSolidList"/>
    <dgm:cxn modelId="{CAED23CA-96F3-488A-AE0B-0D132415E910}" type="presParOf" srcId="{C660532F-6F7C-47E1-B8CD-D282E0066C2B}" destId="{35FAF176-F0DC-408F-AC2C-4D6C39CACA40}" srcOrd="8" destOrd="0" presId="urn:microsoft.com/office/officeart/2018/2/layout/IconVerticalSolidList"/>
    <dgm:cxn modelId="{74B6CCB7-E143-442A-808E-EE5ACFE1EAA6}" type="presParOf" srcId="{35FAF176-F0DC-408F-AC2C-4D6C39CACA40}" destId="{03A83D87-7354-4251-BFD3-BE52C5020BAB}" srcOrd="0" destOrd="0" presId="urn:microsoft.com/office/officeart/2018/2/layout/IconVerticalSolidList"/>
    <dgm:cxn modelId="{0685C75D-8297-45F7-83FF-CBA057DD1DFE}" type="presParOf" srcId="{35FAF176-F0DC-408F-AC2C-4D6C39CACA40}" destId="{0389A8EE-02E4-425D-BEEB-1A5F5ABFB66B}" srcOrd="1" destOrd="0" presId="urn:microsoft.com/office/officeart/2018/2/layout/IconVerticalSolidList"/>
    <dgm:cxn modelId="{050577A4-F462-4B59-91F7-BE90C4EB15AE}" type="presParOf" srcId="{35FAF176-F0DC-408F-AC2C-4D6C39CACA40}" destId="{E4E57E0C-74EC-46BD-8A41-4D2DD833CEDE}" srcOrd="2" destOrd="0" presId="urn:microsoft.com/office/officeart/2018/2/layout/IconVerticalSolidList"/>
    <dgm:cxn modelId="{5EAB9391-B9F9-4E26-B58A-389095097D9F}" type="presParOf" srcId="{35FAF176-F0DC-408F-AC2C-4D6C39CACA40}" destId="{B4E3AD64-6955-4F9A-8847-31D3D854DAC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006A2F-A058-435E-AB48-BFB3DE80523E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F05ECEF-98B1-4591-B38F-334F5D75FAB2}">
      <dgm:prSet/>
      <dgm:spPr/>
      <dgm:t>
        <a:bodyPr/>
        <a:lstStyle/>
        <a:p>
          <a:r>
            <a:rPr lang="en-US"/>
            <a:t>The Fashion-MNIST dataset has 70,000 grayscale images that are 28x28 pixels in size. Each image belongs to one of 10 classes of clothing - Shirt, Dress, Sneaker, Bag, etc.- and is split into training data, 60%, validation data, 20%, and testing data 20%.  </a:t>
          </a:r>
        </a:p>
      </dgm:t>
    </dgm:pt>
    <dgm:pt modelId="{610CBFB5-6507-4BCA-918A-C54F3387EB00}" type="parTrans" cxnId="{16D33E35-6398-48A2-9438-768F8DD466CA}">
      <dgm:prSet/>
      <dgm:spPr/>
      <dgm:t>
        <a:bodyPr/>
        <a:lstStyle/>
        <a:p>
          <a:endParaRPr lang="en-US"/>
        </a:p>
      </dgm:t>
    </dgm:pt>
    <dgm:pt modelId="{B34AA805-BFDE-4C26-99FF-8761E587FCCF}" type="sibTrans" cxnId="{16D33E35-6398-48A2-9438-768F8DD466CA}">
      <dgm:prSet/>
      <dgm:spPr/>
      <dgm:t>
        <a:bodyPr/>
        <a:lstStyle/>
        <a:p>
          <a:endParaRPr lang="en-US"/>
        </a:p>
      </dgm:t>
    </dgm:pt>
    <dgm:pt modelId="{82F9E13B-28EF-4E44-B135-D1A3DCDB6968}">
      <dgm:prSet/>
      <dgm:spPr/>
      <dgm:t>
        <a:bodyPr/>
        <a:lstStyle/>
        <a:p>
          <a:r>
            <a:rPr lang="en-US"/>
            <a:t>There are key steps to be aware of in the preprocessing steps:  </a:t>
          </a:r>
        </a:p>
      </dgm:t>
    </dgm:pt>
    <dgm:pt modelId="{913975BE-609B-43DF-82E9-A5CE4AD099E4}" type="parTrans" cxnId="{F0CA3186-EB14-42C8-A53D-7660067EC599}">
      <dgm:prSet/>
      <dgm:spPr/>
      <dgm:t>
        <a:bodyPr/>
        <a:lstStyle/>
        <a:p>
          <a:endParaRPr lang="en-US"/>
        </a:p>
      </dgm:t>
    </dgm:pt>
    <dgm:pt modelId="{952DE777-A569-4EF0-993A-B82FD645C64D}" type="sibTrans" cxnId="{F0CA3186-EB14-42C8-A53D-7660067EC599}">
      <dgm:prSet/>
      <dgm:spPr/>
      <dgm:t>
        <a:bodyPr/>
        <a:lstStyle/>
        <a:p>
          <a:endParaRPr lang="en-US"/>
        </a:p>
      </dgm:t>
    </dgm:pt>
    <dgm:pt modelId="{C1B03CDE-8821-49B5-B3AE-60BD1C0055D2}">
      <dgm:prSet/>
      <dgm:spPr/>
      <dgm:t>
        <a:bodyPr/>
        <a:lstStyle/>
        <a:p>
          <a:r>
            <a:rPr lang="en-US"/>
            <a:t>Normalization: The process of tone down the pixel values from 0 - 255 to 0 - 1. This is useful to stabilizing the training.  </a:t>
          </a:r>
        </a:p>
      </dgm:t>
    </dgm:pt>
    <dgm:pt modelId="{E82CE932-4CBC-42B9-9C17-4BF60D94857F}" type="parTrans" cxnId="{EC2E4D18-FD2D-4B41-9DCB-8A38171758B4}">
      <dgm:prSet/>
      <dgm:spPr/>
      <dgm:t>
        <a:bodyPr/>
        <a:lstStyle/>
        <a:p>
          <a:endParaRPr lang="en-US"/>
        </a:p>
      </dgm:t>
    </dgm:pt>
    <dgm:pt modelId="{A25B0975-6814-480C-8B3C-E881FCAB3146}" type="sibTrans" cxnId="{EC2E4D18-FD2D-4B41-9DCB-8A38171758B4}">
      <dgm:prSet/>
      <dgm:spPr/>
      <dgm:t>
        <a:bodyPr/>
        <a:lstStyle/>
        <a:p>
          <a:endParaRPr lang="en-US"/>
        </a:p>
      </dgm:t>
    </dgm:pt>
    <dgm:pt modelId="{5FB8B343-AFB2-42C2-96C3-61C7A79C2ED0}">
      <dgm:prSet/>
      <dgm:spPr/>
      <dgm:t>
        <a:bodyPr/>
        <a:lstStyle/>
        <a:p>
          <a:r>
            <a:rPr lang="en-US"/>
            <a:t>Reshape: Changing the shape of the images from 28x28 to flat arrays of 784 pixels for input data to the ANN.  </a:t>
          </a:r>
        </a:p>
      </dgm:t>
    </dgm:pt>
    <dgm:pt modelId="{81AFB6EE-A430-4D9B-BE4C-7C7DDDE39342}" type="parTrans" cxnId="{80A17E76-0B3B-4917-B5FA-09526314EFBE}">
      <dgm:prSet/>
      <dgm:spPr/>
      <dgm:t>
        <a:bodyPr/>
        <a:lstStyle/>
        <a:p>
          <a:endParaRPr lang="en-US"/>
        </a:p>
      </dgm:t>
    </dgm:pt>
    <dgm:pt modelId="{A0516EC0-DE2D-44C3-B836-C2A800636017}" type="sibTrans" cxnId="{80A17E76-0B3B-4917-B5FA-09526314EFBE}">
      <dgm:prSet/>
      <dgm:spPr/>
      <dgm:t>
        <a:bodyPr/>
        <a:lstStyle/>
        <a:p>
          <a:endParaRPr lang="en-US"/>
        </a:p>
      </dgm:t>
    </dgm:pt>
    <dgm:pt modelId="{67752D60-8A6B-44CB-8AB7-267F12FA481A}">
      <dgm:prSet/>
      <dgm:spPr/>
      <dgm:t>
        <a:bodyPr/>
        <a:lstStyle/>
        <a:p>
          <a:r>
            <a:rPr lang="en-US"/>
            <a:t>One-hot Encoding: Changing the target labels to one-hot encoding that can be used properly to fit in the model.  </a:t>
          </a:r>
        </a:p>
      </dgm:t>
    </dgm:pt>
    <dgm:pt modelId="{0941F79C-24A1-47D0-AA2B-1AEEE4F97A21}" type="parTrans" cxnId="{B88FFE28-77B8-4B89-A923-3BE9583844AA}">
      <dgm:prSet/>
      <dgm:spPr/>
      <dgm:t>
        <a:bodyPr/>
        <a:lstStyle/>
        <a:p>
          <a:endParaRPr lang="en-US"/>
        </a:p>
      </dgm:t>
    </dgm:pt>
    <dgm:pt modelId="{B5C249A1-047D-449A-AF0C-DF52239896F4}" type="sibTrans" cxnId="{B88FFE28-77B8-4B89-A923-3BE9583844AA}">
      <dgm:prSet/>
      <dgm:spPr/>
      <dgm:t>
        <a:bodyPr/>
        <a:lstStyle/>
        <a:p>
          <a:endParaRPr lang="en-US"/>
        </a:p>
      </dgm:t>
    </dgm:pt>
    <dgm:pt modelId="{23E1A487-DBC1-47EC-8B1B-4B8927625C16}">
      <dgm:prSet/>
      <dgm:spPr/>
      <dgm:t>
        <a:bodyPr/>
        <a:lstStyle/>
        <a:p>
          <a:r>
            <a:rPr lang="en-US"/>
            <a:t>Data Augmentation f you used it with your data, you can add these may be a variable here)   </a:t>
          </a:r>
        </a:p>
      </dgm:t>
    </dgm:pt>
    <dgm:pt modelId="{0CF4DC85-A4C7-42FD-8B48-21A2B302E1E1}" type="parTrans" cxnId="{D481DFC6-92E7-470D-A880-4A91886E9E73}">
      <dgm:prSet/>
      <dgm:spPr/>
      <dgm:t>
        <a:bodyPr/>
        <a:lstStyle/>
        <a:p>
          <a:endParaRPr lang="en-US"/>
        </a:p>
      </dgm:t>
    </dgm:pt>
    <dgm:pt modelId="{92B4F8FE-5A13-485D-B6FC-ED1054B09226}" type="sibTrans" cxnId="{D481DFC6-92E7-470D-A880-4A91886E9E73}">
      <dgm:prSet/>
      <dgm:spPr/>
      <dgm:t>
        <a:bodyPr/>
        <a:lstStyle/>
        <a:p>
          <a:endParaRPr lang="en-US"/>
        </a:p>
      </dgm:t>
    </dgm:pt>
    <dgm:pt modelId="{8A2A6708-CF1A-459A-AB0B-78FCF20AAE2C}" type="pres">
      <dgm:prSet presAssocID="{90006A2F-A058-435E-AB48-BFB3DE80523E}" presName="vert0" presStyleCnt="0">
        <dgm:presLayoutVars>
          <dgm:dir/>
          <dgm:animOne val="branch"/>
          <dgm:animLvl val="lvl"/>
        </dgm:presLayoutVars>
      </dgm:prSet>
      <dgm:spPr/>
    </dgm:pt>
    <dgm:pt modelId="{BA8E59BB-2383-4EFB-8023-C7CAB9C45E07}" type="pres">
      <dgm:prSet presAssocID="{CF05ECEF-98B1-4591-B38F-334F5D75FAB2}" presName="thickLine" presStyleLbl="alignNode1" presStyleIdx="0" presStyleCnt="6"/>
      <dgm:spPr/>
    </dgm:pt>
    <dgm:pt modelId="{C1DCBE7F-EFDA-45D1-BBF7-92CE84496F86}" type="pres">
      <dgm:prSet presAssocID="{CF05ECEF-98B1-4591-B38F-334F5D75FAB2}" presName="horz1" presStyleCnt="0"/>
      <dgm:spPr/>
    </dgm:pt>
    <dgm:pt modelId="{914577A4-16F0-4174-B9EF-A790E10D9C00}" type="pres">
      <dgm:prSet presAssocID="{CF05ECEF-98B1-4591-B38F-334F5D75FAB2}" presName="tx1" presStyleLbl="revTx" presStyleIdx="0" presStyleCnt="6"/>
      <dgm:spPr/>
    </dgm:pt>
    <dgm:pt modelId="{7004C05E-91A6-41F6-BCD6-D05F037B4E94}" type="pres">
      <dgm:prSet presAssocID="{CF05ECEF-98B1-4591-B38F-334F5D75FAB2}" presName="vert1" presStyleCnt="0"/>
      <dgm:spPr/>
    </dgm:pt>
    <dgm:pt modelId="{A3142B44-31F5-4C15-83E4-686DE073EEC6}" type="pres">
      <dgm:prSet presAssocID="{82F9E13B-28EF-4E44-B135-D1A3DCDB6968}" presName="thickLine" presStyleLbl="alignNode1" presStyleIdx="1" presStyleCnt="6"/>
      <dgm:spPr/>
    </dgm:pt>
    <dgm:pt modelId="{7ADEAF23-A245-4D6B-87B2-84F2F33F9BBD}" type="pres">
      <dgm:prSet presAssocID="{82F9E13B-28EF-4E44-B135-D1A3DCDB6968}" presName="horz1" presStyleCnt="0"/>
      <dgm:spPr/>
    </dgm:pt>
    <dgm:pt modelId="{0D332D22-0E17-4BCD-AF9C-39E236BA63F8}" type="pres">
      <dgm:prSet presAssocID="{82F9E13B-28EF-4E44-B135-D1A3DCDB6968}" presName="tx1" presStyleLbl="revTx" presStyleIdx="1" presStyleCnt="6"/>
      <dgm:spPr/>
    </dgm:pt>
    <dgm:pt modelId="{225E4DE7-C8F4-4643-AB55-A7EB837027E4}" type="pres">
      <dgm:prSet presAssocID="{82F9E13B-28EF-4E44-B135-D1A3DCDB6968}" presName="vert1" presStyleCnt="0"/>
      <dgm:spPr/>
    </dgm:pt>
    <dgm:pt modelId="{B12A8AFB-AB17-40B0-B5F6-D0AAFC930D1B}" type="pres">
      <dgm:prSet presAssocID="{C1B03CDE-8821-49B5-B3AE-60BD1C0055D2}" presName="thickLine" presStyleLbl="alignNode1" presStyleIdx="2" presStyleCnt="6"/>
      <dgm:spPr/>
    </dgm:pt>
    <dgm:pt modelId="{CA8F7BC8-5972-4250-A78F-F0BFE184D531}" type="pres">
      <dgm:prSet presAssocID="{C1B03CDE-8821-49B5-B3AE-60BD1C0055D2}" presName="horz1" presStyleCnt="0"/>
      <dgm:spPr/>
    </dgm:pt>
    <dgm:pt modelId="{1A25BFF2-636F-4485-A468-5B63231041C0}" type="pres">
      <dgm:prSet presAssocID="{C1B03CDE-8821-49B5-B3AE-60BD1C0055D2}" presName="tx1" presStyleLbl="revTx" presStyleIdx="2" presStyleCnt="6"/>
      <dgm:spPr/>
    </dgm:pt>
    <dgm:pt modelId="{34D3F004-63FB-46CB-B639-13745B9D36A1}" type="pres">
      <dgm:prSet presAssocID="{C1B03CDE-8821-49B5-B3AE-60BD1C0055D2}" presName="vert1" presStyleCnt="0"/>
      <dgm:spPr/>
    </dgm:pt>
    <dgm:pt modelId="{56BD6C39-B6B3-4A77-934D-C04CBC4B407D}" type="pres">
      <dgm:prSet presAssocID="{5FB8B343-AFB2-42C2-96C3-61C7A79C2ED0}" presName="thickLine" presStyleLbl="alignNode1" presStyleIdx="3" presStyleCnt="6"/>
      <dgm:spPr/>
    </dgm:pt>
    <dgm:pt modelId="{E08C3AF4-C66E-4917-95B1-D642295E9856}" type="pres">
      <dgm:prSet presAssocID="{5FB8B343-AFB2-42C2-96C3-61C7A79C2ED0}" presName="horz1" presStyleCnt="0"/>
      <dgm:spPr/>
    </dgm:pt>
    <dgm:pt modelId="{4EBD9327-80DF-4189-B58F-F69584574EEC}" type="pres">
      <dgm:prSet presAssocID="{5FB8B343-AFB2-42C2-96C3-61C7A79C2ED0}" presName="tx1" presStyleLbl="revTx" presStyleIdx="3" presStyleCnt="6"/>
      <dgm:spPr/>
    </dgm:pt>
    <dgm:pt modelId="{EA86FE0A-1958-4DD2-A226-0AF0D6C3BA5B}" type="pres">
      <dgm:prSet presAssocID="{5FB8B343-AFB2-42C2-96C3-61C7A79C2ED0}" presName="vert1" presStyleCnt="0"/>
      <dgm:spPr/>
    </dgm:pt>
    <dgm:pt modelId="{AC52186E-5EC3-439E-A02A-11A48FAAE836}" type="pres">
      <dgm:prSet presAssocID="{67752D60-8A6B-44CB-8AB7-267F12FA481A}" presName="thickLine" presStyleLbl="alignNode1" presStyleIdx="4" presStyleCnt="6"/>
      <dgm:spPr/>
    </dgm:pt>
    <dgm:pt modelId="{6D0CDB6A-93D3-497C-B59B-5F6552676EBD}" type="pres">
      <dgm:prSet presAssocID="{67752D60-8A6B-44CB-8AB7-267F12FA481A}" presName="horz1" presStyleCnt="0"/>
      <dgm:spPr/>
    </dgm:pt>
    <dgm:pt modelId="{A9DB20BB-2420-4A12-B472-DBF58FF89F7C}" type="pres">
      <dgm:prSet presAssocID="{67752D60-8A6B-44CB-8AB7-267F12FA481A}" presName="tx1" presStyleLbl="revTx" presStyleIdx="4" presStyleCnt="6"/>
      <dgm:spPr/>
    </dgm:pt>
    <dgm:pt modelId="{A7C0C6D3-2D9A-469E-A024-09424CCC6C06}" type="pres">
      <dgm:prSet presAssocID="{67752D60-8A6B-44CB-8AB7-267F12FA481A}" presName="vert1" presStyleCnt="0"/>
      <dgm:spPr/>
    </dgm:pt>
    <dgm:pt modelId="{7C62306C-7CEB-4645-B691-35B1479DC502}" type="pres">
      <dgm:prSet presAssocID="{23E1A487-DBC1-47EC-8B1B-4B8927625C16}" presName="thickLine" presStyleLbl="alignNode1" presStyleIdx="5" presStyleCnt="6"/>
      <dgm:spPr/>
    </dgm:pt>
    <dgm:pt modelId="{B265C641-9BCA-4889-8597-2296F7080BDE}" type="pres">
      <dgm:prSet presAssocID="{23E1A487-DBC1-47EC-8B1B-4B8927625C16}" presName="horz1" presStyleCnt="0"/>
      <dgm:spPr/>
    </dgm:pt>
    <dgm:pt modelId="{B2AAA0B4-9E9F-4DF8-97C0-77E75413CDC4}" type="pres">
      <dgm:prSet presAssocID="{23E1A487-DBC1-47EC-8B1B-4B8927625C16}" presName="tx1" presStyleLbl="revTx" presStyleIdx="5" presStyleCnt="6"/>
      <dgm:spPr/>
    </dgm:pt>
    <dgm:pt modelId="{8206F60C-8A98-4893-9604-0EE87041FD6E}" type="pres">
      <dgm:prSet presAssocID="{23E1A487-DBC1-47EC-8B1B-4B8927625C16}" presName="vert1" presStyleCnt="0"/>
      <dgm:spPr/>
    </dgm:pt>
  </dgm:ptLst>
  <dgm:cxnLst>
    <dgm:cxn modelId="{EC2E4D18-FD2D-4B41-9DCB-8A38171758B4}" srcId="{90006A2F-A058-435E-AB48-BFB3DE80523E}" destId="{C1B03CDE-8821-49B5-B3AE-60BD1C0055D2}" srcOrd="2" destOrd="0" parTransId="{E82CE932-4CBC-42B9-9C17-4BF60D94857F}" sibTransId="{A25B0975-6814-480C-8B3C-E881FCAB3146}"/>
    <dgm:cxn modelId="{B88FFE28-77B8-4B89-A923-3BE9583844AA}" srcId="{90006A2F-A058-435E-AB48-BFB3DE80523E}" destId="{67752D60-8A6B-44CB-8AB7-267F12FA481A}" srcOrd="4" destOrd="0" parTransId="{0941F79C-24A1-47D0-AA2B-1AEEE4F97A21}" sibTransId="{B5C249A1-047D-449A-AF0C-DF52239896F4}"/>
    <dgm:cxn modelId="{E9802A35-5BDE-4DC7-AA9A-BF56A98C320A}" type="presOf" srcId="{CF05ECEF-98B1-4591-B38F-334F5D75FAB2}" destId="{914577A4-16F0-4174-B9EF-A790E10D9C00}" srcOrd="0" destOrd="0" presId="urn:microsoft.com/office/officeart/2008/layout/LinedList"/>
    <dgm:cxn modelId="{16D33E35-6398-48A2-9438-768F8DD466CA}" srcId="{90006A2F-A058-435E-AB48-BFB3DE80523E}" destId="{CF05ECEF-98B1-4591-B38F-334F5D75FAB2}" srcOrd="0" destOrd="0" parTransId="{610CBFB5-6507-4BCA-918A-C54F3387EB00}" sibTransId="{B34AA805-BFDE-4C26-99FF-8761E587FCCF}"/>
    <dgm:cxn modelId="{0E54AA45-C69F-46A2-A9A0-7E33A357A15D}" type="presOf" srcId="{67752D60-8A6B-44CB-8AB7-267F12FA481A}" destId="{A9DB20BB-2420-4A12-B472-DBF58FF89F7C}" srcOrd="0" destOrd="0" presId="urn:microsoft.com/office/officeart/2008/layout/LinedList"/>
    <dgm:cxn modelId="{B1AF6753-FFE5-499D-A42B-183000D06871}" type="presOf" srcId="{23E1A487-DBC1-47EC-8B1B-4B8927625C16}" destId="{B2AAA0B4-9E9F-4DF8-97C0-77E75413CDC4}" srcOrd="0" destOrd="0" presId="urn:microsoft.com/office/officeart/2008/layout/LinedList"/>
    <dgm:cxn modelId="{3A367A54-AD82-4B4A-A2F5-D71069242164}" type="presOf" srcId="{5FB8B343-AFB2-42C2-96C3-61C7A79C2ED0}" destId="{4EBD9327-80DF-4189-B58F-F69584574EEC}" srcOrd="0" destOrd="0" presId="urn:microsoft.com/office/officeart/2008/layout/LinedList"/>
    <dgm:cxn modelId="{80A17E76-0B3B-4917-B5FA-09526314EFBE}" srcId="{90006A2F-A058-435E-AB48-BFB3DE80523E}" destId="{5FB8B343-AFB2-42C2-96C3-61C7A79C2ED0}" srcOrd="3" destOrd="0" parTransId="{81AFB6EE-A430-4D9B-BE4C-7C7DDDE39342}" sibTransId="{A0516EC0-DE2D-44C3-B836-C2A800636017}"/>
    <dgm:cxn modelId="{04B48E83-98F8-4200-9BB5-EF71411288E4}" type="presOf" srcId="{90006A2F-A058-435E-AB48-BFB3DE80523E}" destId="{8A2A6708-CF1A-459A-AB0B-78FCF20AAE2C}" srcOrd="0" destOrd="0" presId="urn:microsoft.com/office/officeart/2008/layout/LinedList"/>
    <dgm:cxn modelId="{F0CA3186-EB14-42C8-A53D-7660067EC599}" srcId="{90006A2F-A058-435E-AB48-BFB3DE80523E}" destId="{82F9E13B-28EF-4E44-B135-D1A3DCDB6968}" srcOrd="1" destOrd="0" parTransId="{913975BE-609B-43DF-82E9-A5CE4AD099E4}" sibTransId="{952DE777-A569-4EF0-993A-B82FD645C64D}"/>
    <dgm:cxn modelId="{1811E58D-B72D-4F1D-B995-BABA4C37E937}" type="presOf" srcId="{82F9E13B-28EF-4E44-B135-D1A3DCDB6968}" destId="{0D332D22-0E17-4BCD-AF9C-39E236BA63F8}" srcOrd="0" destOrd="0" presId="urn:microsoft.com/office/officeart/2008/layout/LinedList"/>
    <dgm:cxn modelId="{E08D1DB7-AF2F-4C06-94BA-35ADB0C9AB02}" type="presOf" srcId="{C1B03CDE-8821-49B5-B3AE-60BD1C0055D2}" destId="{1A25BFF2-636F-4485-A468-5B63231041C0}" srcOrd="0" destOrd="0" presId="urn:microsoft.com/office/officeart/2008/layout/LinedList"/>
    <dgm:cxn modelId="{D481DFC6-92E7-470D-A880-4A91886E9E73}" srcId="{90006A2F-A058-435E-AB48-BFB3DE80523E}" destId="{23E1A487-DBC1-47EC-8B1B-4B8927625C16}" srcOrd="5" destOrd="0" parTransId="{0CF4DC85-A4C7-42FD-8B48-21A2B302E1E1}" sibTransId="{92B4F8FE-5A13-485D-B6FC-ED1054B09226}"/>
    <dgm:cxn modelId="{09876FCF-B064-402A-AED5-D3CA06BB88F2}" type="presParOf" srcId="{8A2A6708-CF1A-459A-AB0B-78FCF20AAE2C}" destId="{BA8E59BB-2383-4EFB-8023-C7CAB9C45E07}" srcOrd="0" destOrd="0" presId="urn:microsoft.com/office/officeart/2008/layout/LinedList"/>
    <dgm:cxn modelId="{BD2BB0FB-3539-4801-BBD0-A9D01110CD5E}" type="presParOf" srcId="{8A2A6708-CF1A-459A-AB0B-78FCF20AAE2C}" destId="{C1DCBE7F-EFDA-45D1-BBF7-92CE84496F86}" srcOrd="1" destOrd="0" presId="urn:microsoft.com/office/officeart/2008/layout/LinedList"/>
    <dgm:cxn modelId="{A5200403-6878-49C0-93B6-FABBAE9630D9}" type="presParOf" srcId="{C1DCBE7F-EFDA-45D1-BBF7-92CE84496F86}" destId="{914577A4-16F0-4174-B9EF-A790E10D9C00}" srcOrd="0" destOrd="0" presId="urn:microsoft.com/office/officeart/2008/layout/LinedList"/>
    <dgm:cxn modelId="{34E96BEE-7A7A-4F6A-8431-0C7BB23B3363}" type="presParOf" srcId="{C1DCBE7F-EFDA-45D1-BBF7-92CE84496F86}" destId="{7004C05E-91A6-41F6-BCD6-D05F037B4E94}" srcOrd="1" destOrd="0" presId="urn:microsoft.com/office/officeart/2008/layout/LinedList"/>
    <dgm:cxn modelId="{65AC019F-82B7-479F-BCD1-A9454AAB1972}" type="presParOf" srcId="{8A2A6708-CF1A-459A-AB0B-78FCF20AAE2C}" destId="{A3142B44-31F5-4C15-83E4-686DE073EEC6}" srcOrd="2" destOrd="0" presId="urn:microsoft.com/office/officeart/2008/layout/LinedList"/>
    <dgm:cxn modelId="{F70BDFB5-C16E-4E1D-AE04-B69716007D3D}" type="presParOf" srcId="{8A2A6708-CF1A-459A-AB0B-78FCF20AAE2C}" destId="{7ADEAF23-A245-4D6B-87B2-84F2F33F9BBD}" srcOrd="3" destOrd="0" presId="urn:microsoft.com/office/officeart/2008/layout/LinedList"/>
    <dgm:cxn modelId="{D0ACD8E2-A962-4759-8176-424B3D96C547}" type="presParOf" srcId="{7ADEAF23-A245-4D6B-87B2-84F2F33F9BBD}" destId="{0D332D22-0E17-4BCD-AF9C-39E236BA63F8}" srcOrd="0" destOrd="0" presId="urn:microsoft.com/office/officeart/2008/layout/LinedList"/>
    <dgm:cxn modelId="{02DF44C7-33AA-46F1-B32D-DB6D6060F07E}" type="presParOf" srcId="{7ADEAF23-A245-4D6B-87B2-84F2F33F9BBD}" destId="{225E4DE7-C8F4-4643-AB55-A7EB837027E4}" srcOrd="1" destOrd="0" presId="urn:microsoft.com/office/officeart/2008/layout/LinedList"/>
    <dgm:cxn modelId="{0BF0B502-47E0-4562-BC8E-7C80BE8CCE32}" type="presParOf" srcId="{8A2A6708-CF1A-459A-AB0B-78FCF20AAE2C}" destId="{B12A8AFB-AB17-40B0-B5F6-D0AAFC930D1B}" srcOrd="4" destOrd="0" presId="urn:microsoft.com/office/officeart/2008/layout/LinedList"/>
    <dgm:cxn modelId="{B05D7E73-095F-4EE3-BF77-09689783D639}" type="presParOf" srcId="{8A2A6708-CF1A-459A-AB0B-78FCF20AAE2C}" destId="{CA8F7BC8-5972-4250-A78F-F0BFE184D531}" srcOrd="5" destOrd="0" presId="urn:microsoft.com/office/officeart/2008/layout/LinedList"/>
    <dgm:cxn modelId="{0065866A-9969-490F-A172-749F5F719698}" type="presParOf" srcId="{CA8F7BC8-5972-4250-A78F-F0BFE184D531}" destId="{1A25BFF2-636F-4485-A468-5B63231041C0}" srcOrd="0" destOrd="0" presId="urn:microsoft.com/office/officeart/2008/layout/LinedList"/>
    <dgm:cxn modelId="{8021744A-1153-46A1-A8EE-12FE8816339A}" type="presParOf" srcId="{CA8F7BC8-5972-4250-A78F-F0BFE184D531}" destId="{34D3F004-63FB-46CB-B639-13745B9D36A1}" srcOrd="1" destOrd="0" presId="urn:microsoft.com/office/officeart/2008/layout/LinedList"/>
    <dgm:cxn modelId="{FA20CFC7-16EC-4903-8AD7-375ADEEB3E82}" type="presParOf" srcId="{8A2A6708-CF1A-459A-AB0B-78FCF20AAE2C}" destId="{56BD6C39-B6B3-4A77-934D-C04CBC4B407D}" srcOrd="6" destOrd="0" presId="urn:microsoft.com/office/officeart/2008/layout/LinedList"/>
    <dgm:cxn modelId="{9C866758-C644-47AC-A935-AB7C1B823017}" type="presParOf" srcId="{8A2A6708-CF1A-459A-AB0B-78FCF20AAE2C}" destId="{E08C3AF4-C66E-4917-95B1-D642295E9856}" srcOrd="7" destOrd="0" presId="urn:microsoft.com/office/officeart/2008/layout/LinedList"/>
    <dgm:cxn modelId="{0B89FF47-82CE-4F3E-AC47-721C1FCE8497}" type="presParOf" srcId="{E08C3AF4-C66E-4917-95B1-D642295E9856}" destId="{4EBD9327-80DF-4189-B58F-F69584574EEC}" srcOrd="0" destOrd="0" presId="urn:microsoft.com/office/officeart/2008/layout/LinedList"/>
    <dgm:cxn modelId="{CBC628E1-C4B1-4193-B168-06F3FF104E94}" type="presParOf" srcId="{E08C3AF4-C66E-4917-95B1-D642295E9856}" destId="{EA86FE0A-1958-4DD2-A226-0AF0D6C3BA5B}" srcOrd="1" destOrd="0" presId="urn:microsoft.com/office/officeart/2008/layout/LinedList"/>
    <dgm:cxn modelId="{D609BA15-D395-4B72-993C-01736596BD88}" type="presParOf" srcId="{8A2A6708-CF1A-459A-AB0B-78FCF20AAE2C}" destId="{AC52186E-5EC3-439E-A02A-11A48FAAE836}" srcOrd="8" destOrd="0" presId="urn:microsoft.com/office/officeart/2008/layout/LinedList"/>
    <dgm:cxn modelId="{C071CA9F-0E23-4DDB-9460-CD812EAC5EC6}" type="presParOf" srcId="{8A2A6708-CF1A-459A-AB0B-78FCF20AAE2C}" destId="{6D0CDB6A-93D3-497C-B59B-5F6552676EBD}" srcOrd="9" destOrd="0" presId="urn:microsoft.com/office/officeart/2008/layout/LinedList"/>
    <dgm:cxn modelId="{86C87C52-1968-4AC7-AE26-5AFA34AFF186}" type="presParOf" srcId="{6D0CDB6A-93D3-497C-B59B-5F6552676EBD}" destId="{A9DB20BB-2420-4A12-B472-DBF58FF89F7C}" srcOrd="0" destOrd="0" presId="urn:microsoft.com/office/officeart/2008/layout/LinedList"/>
    <dgm:cxn modelId="{946F4828-9B24-4D42-B65E-D3188B0DFF4E}" type="presParOf" srcId="{6D0CDB6A-93D3-497C-B59B-5F6552676EBD}" destId="{A7C0C6D3-2D9A-469E-A024-09424CCC6C06}" srcOrd="1" destOrd="0" presId="urn:microsoft.com/office/officeart/2008/layout/LinedList"/>
    <dgm:cxn modelId="{4D9E7320-B222-4032-82C1-5B36BB86391F}" type="presParOf" srcId="{8A2A6708-CF1A-459A-AB0B-78FCF20AAE2C}" destId="{7C62306C-7CEB-4645-B691-35B1479DC502}" srcOrd="10" destOrd="0" presId="urn:microsoft.com/office/officeart/2008/layout/LinedList"/>
    <dgm:cxn modelId="{A1A34EE0-CE39-4760-A314-C38F40BC7472}" type="presParOf" srcId="{8A2A6708-CF1A-459A-AB0B-78FCF20AAE2C}" destId="{B265C641-9BCA-4889-8597-2296F7080BDE}" srcOrd="11" destOrd="0" presId="urn:microsoft.com/office/officeart/2008/layout/LinedList"/>
    <dgm:cxn modelId="{55597899-15E2-4989-B4FC-5D7527A9C9B7}" type="presParOf" srcId="{B265C641-9BCA-4889-8597-2296F7080BDE}" destId="{B2AAA0B4-9E9F-4DF8-97C0-77E75413CDC4}" srcOrd="0" destOrd="0" presId="urn:microsoft.com/office/officeart/2008/layout/LinedList"/>
    <dgm:cxn modelId="{B5B6A6B5-4FDC-4145-8D58-BECD32750CA1}" type="presParOf" srcId="{B265C641-9BCA-4889-8597-2296F7080BDE}" destId="{8206F60C-8A98-4893-9604-0EE87041FD6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5485907-6BD6-45D9-A270-69B0D99293A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405229A-DD58-4265-BA32-8821EA4F7DE0}">
      <dgm:prSet/>
      <dgm:spPr/>
      <dgm:t>
        <a:bodyPr/>
        <a:lstStyle/>
        <a:p>
          <a:r>
            <a:rPr lang="en-US" b="1"/>
            <a:t>Training Configuration</a:t>
          </a:r>
          <a:endParaRPr lang="en-US"/>
        </a:p>
      </dgm:t>
    </dgm:pt>
    <dgm:pt modelId="{D6EE0ED8-6806-4987-A395-2CD6028AC0C8}" type="parTrans" cxnId="{2C056053-8B92-47DA-A8C8-7D2FD70C469A}">
      <dgm:prSet/>
      <dgm:spPr/>
      <dgm:t>
        <a:bodyPr/>
        <a:lstStyle/>
        <a:p>
          <a:endParaRPr lang="en-US"/>
        </a:p>
      </dgm:t>
    </dgm:pt>
    <dgm:pt modelId="{BA05E71B-FB0A-40A4-8C3B-CCCC19271B97}" type="sibTrans" cxnId="{2C056053-8B92-47DA-A8C8-7D2FD70C469A}">
      <dgm:prSet/>
      <dgm:spPr/>
      <dgm:t>
        <a:bodyPr/>
        <a:lstStyle/>
        <a:p>
          <a:endParaRPr lang="en-US"/>
        </a:p>
      </dgm:t>
    </dgm:pt>
    <dgm:pt modelId="{5048298A-CC8A-4A6E-9B62-9E3B66832730}">
      <dgm:prSet/>
      <dgm:spPr/>
      <dgm:t>
        <a:bodyPr/>
        <a:lstStyle/>
        <a:p>
          <a:r>
            <a:rPr lang="en-US"/>
            <a:t>The models were trained for 25 epochs with a batch size of 64 to ensure efficient learning and stable 	convergence.</a:t>
          </a:r>
        </a:p>
      </dgm:t>
    </dgm:pt>
    <dgm:pt modelId="{6D9C09E3-D480-4745-84EE-44E87627B07B}" type="parTrans" cxnId="{9AD04E30-18D0-4BFE-8A74-1BBA689A6021}">
      <dgm:prSet/>
      <dgm:spPr/>
      <dgm:t>
        <a:bodyPr/>
        <a:lstStyle/>
        <a:p>
          <a:endParaRPr lang="en-US"/>
        </a:p>
      </dgm:t>
    </dgm:pt>
    <dgm:pt modelId="{9B2863C1-E17E-44DE-BDA5-2C7557B2101A}" type="sibTrans" cxnId="{9AD04E30-18D0-4BFE-8A74-1BBA689A6021}">
      <dgm:prSet/>
      <dgm:spPr/>
      <dgm:t>
        <a:bodyPr/>
        <a:lstStyle/>
        <a:p>
          <a:endParaRPr lang="en-US"/>
        </a:p>
      </dgm:t>
    </dgm:pt>
    <dgm:pt modelId="{9D6F07F5-AAB5-4B6D-BD18-ACC46D019F88}">
      <dgm:prSet/>
      <dgm:spPr/>
      <dgm:t>
        <a:bodyPr/>
        <a:lstStyle/>
        <a:p>
          <a:r>
            <a:rPr lang="en-US"/>
            <a:t>Adam optimizer was used due to its adaptive learning capability and faster convergence.</a:t>
          </a:r>
        </a:p>
      </dgm:t>
    </dgm:pt>
    <dgm:pt modelId="{BD1504D5-BB9F-4E94-82D2-BBAD33D887DF}" type="parTrans" cxnId="{AE514359-92B6-4909-BFC6-A5DCD2977F59}">
      <dgm:prSet/>
      <dgm:spPr/>
      <dgm:t>
        <a:bodyPr/>
        <a:lstStyle/>
        <a:p>
          <a:endParaRPr lang="en-US"/>
        </a:p>
      </dgm:t>
    </dgm:pt>
    <dgm:pt modelId="{186104F0-53FE-40F4-A00E-C40C1B7B86F2}" type="sibTrans" cxnId="{AE514359-92B6-4909-BFC6-A5DCD2977F59}">
      <dgm:prSet/>
      <dgm:spPr/>
      <dgm:t>
        <a:bodyPr/>
        <a:lstStyle/>
        <a:p>
          <a:endParaRPr lang="en-US"/>
        </a:p>
      </dgm:t>
    </dgm:pt>
    <dgm:pt modelId="{00F401C8-14C1-4F4F-9536-FCDCA37151BA}">
      <dgm:prSet/>
      <dgm:spPr/>
      <dgm:t>
        <a:bodyPr/>
        <a:lstStyle/>
        <a:p>
          <a:r>
            <a:rPr lang="en-US"/>
            <a:t>A learning rate of 0.001 was used, along with a Learning Rate Scheduler to gradually reduce the learning rate 	and improve model performance.</a:t>
          </a:r>
        </a:p>
      </dgm:t>
    </dgm:pt>
    <dgm:pt modelId="{BC390517-0807-45DD-9C63-320968315607}" type="parTrans" cxnId="{6E3A89F0-E247-44D8-A1A2-1279DABCF70A}">
      <dgm:prSet/>
      <dgm:spPr/>
      <dgm:t>
        <a:bodyPr/>
        <a:lstStyle/>
        <a:p>
          <a:endParaRPr lang="en-US"/>
        </a:p>
      </dgm:t>
    </dgm:pt>
    <dgm:pt modelId="{3552684B-1D37-4A02-85B3-703584863AD3}" type="sibTrans" cxnId="{6E3A89F0-E247-44D8-A1A2-1279DABCF70A}">
      <dgm:prSet/>
      <dgm:spPr/>
      <dgm:t>
        <a:bodyPr/>
        <a:lstStyle/>
        <a:p>
          <a:endParaRPr lang="en-US"/>
        </a:p>
      </dgm:t>
    </dgm:pt>
    <dgm:pt modelId="{111AAF8B-08CD-428A-9883-DA3EAD712169}">
      <dgm:prSet/>
      <dgm:spPr/>
      <dgm:t>
        <a:bodyPr/>
        <a:lstStyle/>
        <a:p>
          <a:r>
            <a:rPr lang="en-US"/>
            <a:t>The Categorical Cross-Entropy loss function was used as it is suitable for multi-class classification problems.</a:t>
          </a:r>
        </a:p>
      </dgm:t>
    </dgm:pt>
    <dgm:pt modelId="{B016474C-2FEC-4D15-8403-E2D84AC41F85}" type="parTrans" cxnId="{038337D9-163B-4877-9B91-56D399C0438D}">
      <dgm:prSet/>
      <dgm:spPr/>
      <dgm:t>
        <a:bodyPr/>
        <a:lstStyle/>
        <a:p>
          <a:endParaRPr lang="en-US"/>
        </a:p>
      </dgm:t>
    </dgm:pt>
    <dgm:pt modelId="{C0E8CBE5-9DFF-49A5-815D-0EAE31592DCD}" type="sibTrans" cxnId="{038337D9-163B-4877-9B91-56D399C0438D}">
      <dgm:prSet/>
      <dgm:spPr/>
      <dgm:t>
        <a:bodyPr/>
        <a:lstStyle/>
        <a:p>
          <a:endParaRPr lang="en-US"/>
        </a:p>
      </dgm:t>
    </dgm:pt>
    <dgm:pt modelId="{1866B1F7-7633-4FBF-8284-2561430E7848}">
      <dgm:prSet/>
      <dgm:spPr/>
      <dgm:t>
        <a:bodyPr/>
        <a:lstStyle/>
        <a:p>
          <a:r>
            <a:rPr lang="en-US"/>
            <a:t>Early Stopping was implemented to prevent overfitting by stopping training when no improvement was 	observed.</a:t>
          </a:r>
        </a:p>
      </dgm:t>
    </dgm:pt>
    <dgm:pt modelId="{AE481DAB-027E-40E5-A834-B9314E4E9469}" type="parTrans" cxnId="{8491E7CE-84FD-4543-8BE8-5B4EE9DDCEAB}">
      <dgm:prSet/>
      <dgm:spPr/>
      <dgm:t>
        <a:bodyPr/>
        <a:lstStyle/>
        <a:p>
          <a:endParaRPr lang="en-US"/>
        </a:p>
      </dgm:t>
    </dgm:pt>
    <dgm:pt modelId="{2331030F-A973-47D1-A98E-9FEB238539FA}" type="sibTrans" cxnId="{8491E7CE-84FD-4543-8BE8-5B4EE9DDCEAB}">
      <dgm:prSet/>
      <dgm:spPr/>
      <dgm:t>
        <a:bodyPr/>
        <a:lstStyle/>
        <a:p>
          <a:endParaRPr lang="en-US"/>
        </a:p>
      </dgm:t>
    </dgm:pt>
    <dgm:pt modelId="{9F62AC74-C7E4-4E1B-80E6-051C52599CCE}">
      <dgm:prSet/>
      <dgm:spPr/>
      <dgm:t>
        <a:bodyPr/>
        <a:lstStyle/>
        <a:p>
          <a:r>
            <a:rPr lang="en-US" b="1"/>
            <a:t>Evaluation Strategy</a:t>
          </a:r>
          <a:endParaRPr lang="en-US"/>
        </a:p>
      </dgm:t>
    </dgm:pt>
    <dgm:pt modelId="{857F27CC-A0D5-46C8-8F94-5F0A20BAAF2C}" type="parTrans" cxnId="{7CE48C68-D316-426C-8B4E-AA4A52C48878}">
      <dgm:prSet/>
      <dgm:spPr/>
      <dgm:t>
        <a:bodyPr/>
        <a:lstStyle/>
        <a:p>
          <a:endParaRPr lang="en-US"/>
        </a:p>
      </dgm:t>
    </dgm:pt>
    <dgm:pt modelId="{CEDF05B8-F4E3-4E3E-A643-3A6EE9CD410E}" type="sibTrans" cxnId="{7CE48C68-D316-426C-8B4E-AA4A52C48878}">
      <dgm:prSet/>
      <dgm:spPr/>
      <dgm:t>
        <a:bodyPr/>
        <a:lstStyle/>
        <a:p>
          <a:endParaRPr lang="en-US"/>
        </a:p>
      </dgm:t>
    </dgm:pt>
    <dgm:pt modelId="{BCCE5527-AF81-4743-96B0-CA475E31B3AD}">
      <dgm:prSet/>
      <dgm:spPr/>
      <dgm:t>
        <a:bodyPr/>
        <a:lstStyle/>
        <a:p>
          <a:r>
            <a:rPr lang="en-US"/>
            <a:t>Model performance was evaluated using Accuracy and Loss curves for both training and validation sets.</a:t>
          </a:r>
        </a:p>
      </dgm:t>
    </dgm:pt>
    <dgm:pt modelId="{A56732EE-64D3-46EC-977D-52D4D529F129}" type="parTrans" cxnId="{A90C757B-2B7E-489B-9B7B-C20FDFECD8D4}">
      <dgm:prSet/>
      <dgm:spPr/>
      <dgm:t>
        <a:bodyPr/>
        <a:lstStyle/>
        <a:p>
          <a:endParaRPr lang="en-US"/>
        </a:p>
      </dgm:t>
    </dgm:pt>
    <dgm:pt modelId="{1E651785-A7E9-47C3-8160-71B1D8A564AA}" type="sibTrans" cxnId="{A90C757B-2B7E-489B-9B7B-C20FDFECD8D4}">
      <dgm:prSet/>
      <dgm:spPr/>
      <dgm:t>
        <a:bodyPr/>
        <a:lstStyle/>
        <a:p>
          <a:endParaRPr lang="en-US"/>
        </a:p>
      </dgm:t>
    </dgm:pt>
    <dgm:pt modelId="{D7B40837-0148-4EF6-B795-6175E3D77A21}">
      <dgm:prSet/>
      <dgm:spPr/>
      <dgm:t>
        <a:bodyPr/>
        <a:lstStyle/>
        <a:p>
          <a:r>
            <a:rPr lang="en-US"/>
            <a:t>Confusion Matrix was used to analyze the classification performance of each class.</a:t>
          </a:r>
        </a:p>
      </dgm:t>
    </dgm:pt>
    <dgm:pt modelId="{2D8F6F48-204E-42F2-BE53-3FDBA12829D8}" type="parTrans" cxnId="{E187D912-3A4A-4AC4-8FFB-FD547B1867B4}">
      <dgm:prSet/>
      <dgm:spPr/>
      <dgm:t>
        <a:bodyPr/>
        <a:lstStyle/>
        <a:p>
          <a:endParaRPr lang="en-US"/>
        </a:p>
      </dgm:t>
    </dgm:pt>
    <dgm:pt modelId="{A23A805A-0F63-460B-AFD4-BDC7232888A7}" type="sibTrans" cxnId="{E187D912-3A4A-4AC4-8FFB-FD547B1867B4}">
      <dgm:prSet/>
      <dgm:spPr/>
      <dgm:t>
        <a:bodyPr/>
        <a:lstStyle/>
        <a:p>
          <a:endParaRPr lang="en-US"/>
        </a:p>
      </dgm:t>
    </dgm:pt>
    <dgm:pt modelId="{9929C80C-7889-4139-827A-F2C18F6B8230}">
      <dgm:prSet/>
      <dgm:spPr/>
      <dgm:t>
        <a:bodyPr/>
        <a:lstStyle/>
        <a:p>
          <a:r>
            <a:rPr lang="en-US"/>
            <a:t>Precision, Recall, and F1-Score were computed to provide a detailed performance comparison.</a:t>
          </a:r>
        </a:p>
      </dgm:t>
    </dgm:pt>
    <dgm:pt modelId="{EE7D8744-B04C-4B3A-96B8-5A8073584377}" type="parTrans" cxnId="{67DB63FB-E35A-4357-9432-6F2F9597B27A}">
      <dgm:prSet/>
      <dgm:spPr/>
      <dgm:t>
        <a:bodyPr/>
        <a:lstStyle/>
        <a:p>
          <a:endParaRPr lang="en-US"/>
        </a:p>
      </dgm:t>
    </dgm:pt>
    <dgm:pt modelId="{50A57823-0C37-444A-90DC-AB24512ACA41}" type="sibTrans" cxnId="{67DB63FB-E35A-4357-9432-6F2F9597B27A}">
      <dgm:prSet/>
      <dgm:spPr/>
      <dgm:t>
        <a:bodyPr/>
        <a:lstStyle/>
        <a:p>
          <a:endParaRPr lang="en-US"/>
        </a:p>
      </dgm:t>
    </dgm:pt>
    <dgm:pt modelId="{9FDA74FA-1BDB-438B-99E7-6B9B60179D15}">
      <dgm:prSet/>
      <dgm:spPr/>
      <dgm:t>
        <a:bodyPr/>
        <a:lstStyle/>
        <a:p>
          <a:r>
            <a:rPr lang="en-US"/>
            <a:t>Class-wise Performance Analysis was performed to identify strengths and misclass</a:t>
          </a:r>
        </a:p>
      </dgm:t>
    </dgm:pt>
    <dgm:pt modelId="{9DD3525E-0731-417D-9CB3-76A7220728C7}" type="parTrans" cxnId="{01368E64-CFE6-4A4F-A22E-CF475420AAF8}">
      <dgm:prSet/>
      <dgm:spPr/>
      <dgm:t>
        <a:bodyPr/>
        <a:lstStyle/>
        <a:p>
          <a:endParaRPr lang="en-US"/>
        </a:p>
      </dgm:t>
    </dgm:pt>
    <dgm:pt modelId="{6A53174F-51A7-4CCC-A17A-BAA97E820834}" type="sibTrans" cxnId="{01368E64-CFE6-4A4F-A22E-CF475420AAF8}">
      <dgm:prSet/>
      <dgm:spPr/>
      <dgm:t>
        <a:bodyPr/>
        <a:lstStyle/>
        <a:p>
          <a:endParaRPr lang="en-US"/>
        </a:p>
      </dgm:t>
    </dgm:pt>
    <dgm:pt modelId="{ECE3F266-E97D-4985-9720-BD4FFF0DD115}" type="pres">
      <dgm:prSet presAssocID="{E5485907-6BD6-45D9-A270-69B0D99293AD}" presName="diagram" presStyleCnt="0">
        <dgm:presLayoutVars>
          <dgm:dir/>
          <dgm:resizeHandles val="exact"/>
        </dgm:presLayoutVars>
      </dgm:prSet>
      <dgm:spPr/>
    </dgm:pt>
    <dgm:pt modelId="{35BAF3EC-B772-43BB-A2A0-215A4A0207E5}" type="pres">
      <dgm:prSet presAssocID="{9405229A-DD58-4265-BA32-8821EA4F7DE0}" presName="node" presStyleLbl="node1" presStyleIdx="0" presStyleCnt="10">
        <dgm:presLayoutVars>
          <dgm:bulletEnabled val="1"/>
        </dgm:presLayoutVars>
      </dgm:prSet>
      <dgm:spPr/>
    </dgm:pt>
    <dgm:pt modelId="{431015EE-D4A6-441E-882F-B5BA13DEDE6D}" type="pres">
      <dgm:prSet presAssocID="{BA05E71B-FB0A-40A4-8C3B-CCCC19271B97}" presName="sibTrans" presStyleCnt="0"/>
      <dgm:spPr/>
    </dgm:pt>
    <dgm:pt modelId="{E31A7D12-C386-413F-8420-224D8A45F122}" type="pres">
      <dgm:prSet presAssocID="{5048298A-CC8A-4A6E-9B62-9E3B66832730}" presName="node" presStyleLbl="node1" presStyleIdx="1" presStyleCnt="10">
        <dgm:presLayoutVars>
          <dgm:bulletEnabled val="1"/>
        </dgm:presLayoutVars>
      </dgm:prSet>
      <dgm:spPr/>
    </dgm:pt>
    <dgm:pt modelId="{883C53BF-840F-4B16-9E6C-1C7CAF3884DA}" type="pres">
      <dgm:prSet presAssocID="{9B2863C1-E17E-44DE-BDA5-2C7557B2101A}" presName="sibTrans" presStyleCnt="0"/>
      <dgm:spPr/>
    </dgm:pt>
    <dgm:pt modelId="{CDC096B8-822D-4CEB-94E6-C1AA1308592D}" type="pres">
      <dgm:prSet presAssocID="{9D6F07F5-AAB5-4B6D-BD18-ACC46D019F88}" presName="node" presStyleLbl="node1" presStyleIdx="2" presStyleCnt="10">
        <dgm:presLayoutVars>
          <dgm:bulletEnabled val="1"/>
        </dgm:presLayoutVars>
      </dgm:prSet>
      <dgm:spPr/>
    </dgm:pt>
    <dgm:pt modelId="{CD1327CF-1919-41DE-B682-CC2CD1B5E376}" type="pres">
      <dgm:prSet presAssocID="{186104F0-53FE-40F4-A00E-C40C1B7B86F2}" presName="sibTrans" presStyleCnt="0"/>
      <dgm:spPr/>
    </dgm:pt>
    <dgm:pt modelId="{5377D838-86A4-42E4-8B23-3E8A844B0692}" type="pres">
      <dgm:prSet presAssocID="{00F401C8-14C1-4F4F-9536-FCDCA37151BA}" presName="node" presStyleLbl="node1" presStyleIdx="3" presStyleCnt="10">
        <dgm:presLayoutVars>
          <dgm:bulletEnabled val="1"/>
        </dgm:presLayoutVars>
      </dgm:prSet>
      <dgm:spPr/>
    </dgm:pt>
    <dgm:pt modelId="{3E2EA817-0675-436F-BDD0-F70616E756FE}" type="pres">
      <dgm:prSet presAssocID="{3552684B-1D37-4A02-85B3-703584863AD3}" presName="sibTrans" presStyleCnt="0"/>
      <dgm:spPr/>
    </dgm:pt>
    <dgm:pt modelId="{5F0285F6-C769-4EF8-AD2A-49AC88994CB5}" type="pres">
      <dgm:prSet presAssocID="{111AAF8B-08CD-428A-9883-DA3EAD712169}" presName="node" presStyleLbl="node1" presStyleIdx="4" presStyleCnt="10">
        <dgm:presLayoutVars>
          <dgm:bulletEnabled val="1"/>
        </dgm:presLayoutVars>
      </dgm:prSet>
      <dgm:spPr/>
    </dgm:pt>
    <dgm:pt modelId="{F98E180A-FF6E-4DBD-A55E-85966AE33531}" type="pres">
      <dgm:prSet presAssocID="{C0E8CBE5-9DFF-49A5-815D-0EAE31592DCD}" presName="sibTrans" presStyleCnt="0"/>
      <dgm:spPr/>
    </dgm:pt>
    <dgm:pt modelId="{3997CA1F-307B-4F20-BEE4-DFFC5EF3AF9F}" type="pres">
      <dgm:prSet presAssocID="{1866B1F7-7633-4FBF-8284-2561430E7848}" presName="node" presStyleLbl="node1" presStyleIdx="5" presStyleCnt="10">
        <dgm:presLayoutVars>
          <dgm:bulletEnabled val="1"/>
        </dgm:presLayoutVars>
      </dgm:prSet>
      <dgm:spPr/>
    </dgm:pt>
    <dgm:pt modelId="{C553F617-542B-4F34-8694-920184891809}" type="pres">
      <dgm:prSet presAssocID="{2331030F-A973-47D1-A98E-9FEB238539FA}" presName="sibTrans" presStyleCnt="0"/>
      <dgm:spPr/>
    </dgm:pt>
    <dgm:pt modelId="{32D62C2F-17FB-44C5-9403-5223D1152494}" type="pres">
      <dgm:prSet presAssocID="{BCCE5527-AF81-4743-96B0-CA475E31B3AD}" presName="node" presStyleLbl="node1" presStyleIdx="6" presStyleCnt="10">
        <dgm:presLayoutVars>
          <dgm:bulletEnabled val="1"/>
        </dgm:presLayoutVars>
      </dgm:prSet>
      <dgm:spPr/>
    </dgm:pt>
    <dgm:pt modelId="{C0711764-4890-4829-BDE5-7CDE9977062D}" type="pres">
      <dgm:prSet presAssocID="{1E651785-A7E9-47C3-8160-71B1D8A564AA}" presName="sibTrans" presStyleCnt="0"/>
      <dgm:spPr/>
    </dgm:pt>
    <dgm:pt modelId="{5C695DC8-1352-480B-8E9B-B35719E612A3}" type="pres">
      <dgm:prSet presAssocID="{D7B40837-0148-4EF6-B795-6175E3D77A21}" presName="node" presStyleLbl="node1" presStyleIdx="7" presStyleCnt="10">
        <dgm:presLayoutVars>
          <dgm:bulletEnabled val="1"/>
        </dgm:presLayoutVars>
      </dgm:prSet>
      <dgm:spPr/>
    </dgm:pt>
    <dgm:pt modelId="{AECC5034-D3EA-4963-95B0-7F80A8C43FA7}" type="pres">
      <dgm:prSet presAssocID="{A23A805A-0F63-460B-AFD4-BDC7232888A7}" presName="sibTrans" presStyleCnt="0"/>
      <dgm:spPr/>
    </dgm:pt>
    <dgm:pt modelId="{C8BDCB3B-6524-4DCE-A294-FBC1034BFD17}" type="pres">
      <dgm:prSet presAssocID="{9929C80C-7889-4139-827A-F2C18F6B8230}" presName="node" presStyleLbl="node1" presStyleIdx="8" presStyleCnt="10">
        <dgm:presLayoutVars>
          <dgm:bulletEnabled val="1"/>
        </dgm:presLayoutVars>
      </dgm:prSet>
      <dgm:spPr/>
    </dgm:pt>
    <dgm:pt modelId="{75543448-B4CD-4C51-A004-10C9E1314CB0}" type="pres">
      <dgm:prSet presAssocID="{50A57823-0C37-444A-90DC-AB24512ACA41}" presName="sibTrans" presStyleCnt="0"/>
      <dgm:spPr/>
    </dgm:pt>
    <dgm:pt modelId="{75DA3830-E176-451C-8875-739BA5FD1A3F}" type="pres">
      <dgm:prSet presAssocID="{9FDA74FA-1BDB-438B-99E7-6B9B60179D15}" presName="node" presStyleLbl="node1" presStyleIdx="9" presStyleCnt="10">
        <dgm:presLayoutVars>
          <dgm:bulletEnabled val="1"/>
        </dgm:presLayoutVars>
      </dgm:prSet>
      <dgm:spPr/>
    </dgm:pt>
  </dgm:ptLst>
  <dgm:cxnLst>
    <dgm:cxn modelId="{E187D912-3A4A-4AC4-8FFB-FD547B1867B4}" srcId="{E5485907-6BD6-45D9-A270-69B0D99293AD}" destId="{D7B40837-0148-4EF6-B795-6175E3D77A21}" srcOrd="7" destOrd="0" parTransId="{2D8F6F48-204E-42F2-BE53-3FDBA12829D8}" sibTransId="{A23A805A-0F63-460B-AFD4-BDC7232888A7}"/>
    <dgm:cxn modelId="{CAC7171C-8CC4-452B-8413-8552EDEC1171}" type="presOf" srcId="{1866B1F7-7633-4FBF-8284-2561430E7848}" destId="{3997CA1F-307B-4F20-BEE4-DFFC5EF3AF9F}" srcOrd="0" destOrd="0" presId="urn:microsoft.com/office/officeart/2005/8/layout/default"/>
    <dgm:cxn modelId="{9290F321-1A61-4EF8-9A52-B859149FE7E1}" type="presOf" srcId="{9929C80C-7889-4139-827A-F2C18F6B8230}" destId="{C8BDCB3B-6524-4DCE-A294-FBC1034BFD17}" srcOrd="0" destOrd="0" presId="urn:microsoft.com/office/officeart/2005/8/layout/default"/>
    <dgm:cxn modelId="{9AD04E30-18D0-4BFE-8A74-1BBA689A6021}" srcId="{E5485907-6BD6-45D9-A270-69B0D99293AD}" destId="{5048298A-CC8A-4A6E-9B62-9E3B66832730}" srcOrd="1" destOrd="0" parTransId="{6D9C09E3-D480-4745-84EE-44E87627B07B}" sibTransId="{9B2863C1-E17E-44DE-BDA5-2C7557B2101A}"/>
    <dgm:cxn modelId="{4F5B1734-C956-4AC5-9895-B510168D56B9}" type="presOf" srcId="{9D6F07F5-AAB5-4B6D-BD18-ACC46D019F88}" destId="{CDC096B8-822D-4CEB-94E6-C1AA1308592D}" srcOrd="0" destOrd="0" presId="urn:microsoft.com/office/officeart/2005/8/layout/default"/>
    <dgm:cxn modelId="{01368E64-CFE6-4A4F-A22E-CF475420AAF8}" srcId="{E5485907-6BD6-45D9-A270-69B0D99293AD}" destId="{9FDA74FA-1BDB-438B-99E7-6B9B60179D15}" srcOrd="9" destOrd="0" parTransId="{9DD3525E-0731-417D-9CB3-76A7220728C7}" sibTransId="{6A53174F-51A7-4CCC-A17A-BAA97E820834}"/>
    <dgm:cxn modelId="{7CE48C68-D316-426C-8B4E-AA4A52C48878}" srcId="{1866B1F7-7633-4FBF-8284-2561430E7848}" destId="{9F62AC74-C7E4-4E1B-80E6-051C52599CCE}" srcOrd="0" destOrd="0" parTransId="{857F27CC-A0D5-46C8-8F94-5F0A20BAAF2C}" sibTransId="{CEDF05B8-F4E3-4E3E-A643-3A6EE9CD410E}"/>
    <dgm:cxn modelId="{2C056053-8B92-47DA-A8C8-7D2FD70C469A}" srcId="{E5485907-6BD6-45D9-A270-69B0D99293AD}" destId="{9405229A-DD58-4265-BA32-8821EA4F7DE0}" srcOrd="0" destOrd="0" parTransId="{D6EE0ED8-6806-4987-A395-2CD6028AC0C8}" sibTransId="{BA05E71B-FB0A-40A4-8C3B-CCCC19271B97}"/>
    <dgm:cxn modelId="{AE514359-92B6-4909-BFC6-A5DCD2977F59}" srcId="{E5485907-6BD6-45D9-A270-69B0D99293AD}" destId="{9D6F07F5-AAB5-4B6D-BD18-ACC46D019F88}" srcOrd="2" destOrd="0" parTransId="{BD1504D5-BB9F-4E94-82D2-BBAD33D887DF}" sibTransId="{186104F0-53FE-40F4-A00E-C40C1B7B86F2}"/>
    <dgm:cxn modelId="{A90C757B-2B7E-489B-9B7B-C20FDFECD8D4}" srcId="{E5485907-6BD6-45D9-A270-69B0D99293AD}" destId="{BCCE5527-AF81-4743-96B0-CA475E31B3AD}" srcOrd="6" destOrd="0" parTransId="{A56732EE-64D3-46EC-977D-52D4D529F129}" sibTransId="{1E651785-A7E9-47C3-8160-71B1D8A564AA}"/>
    <dgm:cxn modelId="{39DB7CAC-9EC6-4666-85D4-07D615647C32}" type="presOf" srcId="{D7B40837-0148-4EF6-B795-6175E3D77A21}" destId="{5C695DC8-1352-480B-8E9B-B35719E612A3}" srcOrd="0" destOrd="0" presId="urn:microsoft.com/office/officeart/2005/8/layout/default"/>
    <dgm:cxn modelId="{61898AAE-1910-4A5D-B91B-8020018137DA}" type="presOf" srcId="{9FDA74FA-1BDB-438B-99E7-6B9B60179D15}" destId="{75DA3830-E176-451C-8875-739BA5FD1A3F}" srcOrd="0" destOrd="0" presId="urn:microsoft.com/office/officeart/2005/8/layout/default"/>
    <dgm:cxn modelId="{5621E8B5-B335-4002-9CDF-6432BA5FA465}" type="presOf" srcId="{BCCE5527-AF81-4743-96B0-CA475E31B3AD}" destId="{32D62C2F-17FB-44C5-9403-5223D1152494}" srcOrd="0" destOrd="0" presId="urn:microsoft.com/office/officeart/2005/8/layout/default"/>
    <dgm:cxn modelId="{716114BA-CE6B-4F71-8490-21034F87BD1F}" type="presOf" srcId="{9405229A-DD58-4265-BA32-8821EA4F7DE0}" destId="{35BAF3EC-B772-43BB-A2A0-215A4A0207E5}" srcOrd="0" destOrd="0" presId="urn:microsoft.com/office/officeart/2005/8/layout/default"/>
    <dgm:cxn modelId="{8491E7CE-84FD-4543-8BE8-5B4EE9DDCEAB}" srcId="{E5485907-6BD6-45D9-A270-69B0D99293AD}" destId="{1866B1F7-7633-4FBF-8284-2561430E7848}" srcOrd="5" destOrd="0" parTransId="{AE481DAB-027E-40E5-A834-B9314E4E9469}" sibTransId="{2331030F-A973-47D1-A98E-9FEB238539FA}"/>
    <dgm:cxn modelId="{038337D9-163B-4877-9B91-56D399C0438D}" srcId="{E5485907-6BD6-45D9-A270-69B0D99293AD}" destId="{111AAF8B-08CD-428A-9883-DA3EAD712169}" srcOrd="4" destOrd="0" parTransId="{B016474C-2FEC-4D15-8403-E2D84AC41F85}" sibTransId="{C0E8CBE5-9DFF-49A5-815D-0EAE31592DCD}"/>
    <dgm:cxn modelId="{112DC2DE-E794-4D2D-B350-D178CFEEEF61}" type="presOf" srcId="{9F62AC74-C7E4-4E1B-80E6-051C52599CCE}" destId="{3997CA1F-307B-4F20-BEE4-DFFC5EF3AF9F}" srcOrd="0" destOrd="1" presId="urn:microsoft.com/office/officeart/2005/8/layout/default"/>
    <dgm:cxn modelId="{608F84E9-DB2E-4ACA-864B-809C3B9BA4CF}" type="presOf" srcId="{00F401C8-14C1-4F4F-9536-FCDCA37151BA}" destId="{5377D838-86A4-42E4-8B23-3E8A844B0692}" srcOrd="0" destOrd="0" presId="urn:microsoft.com/office/officeart/2005/8/layout/default"/>
    <dgm:cxn modelId="{5B2293ED-E2C2-456D-8425-93D2193C4683}" type="presOf" srcId="{111AAF8B-08CD-428A-9883-DA3EAD712169}" destId="{5F0285F6-C769-4EF8-AD2A-49AC88994CB5}" srcOrd="0" destOrd="0" presId="urn:microsoft.com/office/officeart/2005/8/layout/default"/>
    <dgm:cxn modelId="{6E3A89F0-E247-44D8-A1A2-1279DABCF70A}" srcId="{E5485907-6BD6-45D9-A270-69B0D99293AD}" destId="{00F401C8-14C1-4F4F-9536-FCDCA37151BA}" srcOrd="3" destOrd="0" parTransId="{BC390517-0807-45DD-9C63-320968315607}" sibTransId="{3552684B-1D37-4A02-85B3-703584863AD3}"/>
    <dgm:cxn modelId="{AA9A4AF8-81FA-44DE-BF09-21749ED72394}" type="presOf" srcId="{5048298A-CC8A-4A6E-9B62-9E3B66832730}" destId="{E31A7D12-C386-413F-8420-224D8A45F122}" srcOrd="0" destOrd="0" presId="urn:microsoft.com/office/officeart/2005/8/layout/default"/>
    <dgm:cxn modelId="{67DB63FB-E35A-4357-9432-6F2F9597B27A}" srcId="{E5485907-6BD6-45D9-A270-69B0D99293AD}" destId="{9929C80C-7889-4139-827A-F2C18F6B8230}" srcOrd="8" destOrd="0" parTransId="{EE7D8744-B04C-4B3A-96B8-5A8073584377}" sibTransId="{50A57823-0C37-444A-90DC-AB24512ACA41}"/>
    <dgm:cxn modelId="{FA4391FB-4FA7-4212-BD75-3B1A7391AE09}" type="presOf" srcId="{E5485907-6BD6-45D9-A270-69B0D99293AD}" destId="{ECE3F266-E97D-4985-9720-BD4FFF0DD115}" srcOrd="0" destOrd="0" presId="urn:microsoft.com/office/officeart/2005/8/layout/default"/>
    <dgm:cxn modelId="{FB74404D-B5AB-423F-BB05-867AAED69EAF}" type="presParOf" srcId="{ECE3F266-E97D-4985-9720-BD4FFF0DD115}" destId="{35BAF3EC-B772-43BB-A2A0-215A4A0207E5}" srcOrd="0" destOrd="0" presId="urn:microsoft.com/office/officeart/2005/8/layout/default"/>
    <dgm:cxn modelId="{E6E558F7-DCE1-4F13-821B-EA9447DBC3BB}" type="presParOf" srcId="{ECE3F266-E97D-4985-9720-BD4FFF0DD115}" destId="{431015EE-D4A6-441E-882F-B5BA13DEDE6D}" srcOrd="1" destOrd="0" presId="urn:microsoft.com/office/officeart/2005/8/layout/default"/>
    <dgm:cxn modelId="{249D5EC0-F425-48CE-A13C-85CB2E3A28EF}" type="presParOf" srcId="{ECE3F266-E97D-4985-9720-BD4FFF0DD115}" destId="{E31A7D12-C386-413F-8420-224D8A45F122}" srcOrd="2" destOrd="0" presId="urn:microsoft.com/office/officeart/2005/8/layout/default"/>
    <dgm:cxn modelId="{22893D4C-8660-4E24-8BC3-E404F4ED9219}" type="presParOf" srcId="{ECE3F266-E97D-4985-9720-BD4FFF0DD115}" destId="{883C53BF-840F-4B16-9E6C-1C7CAF3884DA}" srcOrd="3" destOrd="0" presId="urn:microsoft.com/office/officeart/2005/8/layout/default"/>
    <dgm:cxn modelId="{85368E12-2FDF-46D1-A6EB-71CFDEE587CC}" type="presParOf" srcId="{ECE3F266-E97D-4985-9720-BD4FFF0DD115}" destId="{CDC096B8-822D-4CEB-94E6-C1AA1308592D}" srcOrd="4" destOrd="0" presId="urn:microsoft.com/office/officeart/2005/8/layout/default"/>
    <dgm:cxn modelId="{8DD28C9E-1CB9-4A5D-9DA7-33C56E193953}" type="presParOf" srcId="{ECE3F266-E97D-4985-9720-BD4FFF0DD115}" destId="{CD1327CF-1919-41DE-B682-CC2CD1B5E376}" srcOrd="5" destOrd="0" presId="urn:microsoft.com/office/officeart/2005/8/layout/default"/>
    <dgm:cxn modelId="{53F20783-DE63-4732-86AC-22E9F7D2BAD3}" type="presParOf" srcId="{ECE3F266-E97D-4985-9720-BD4FFF0DD115}" destId="{5377D838-86A4-42E4-8B23-3E8A844B0692}" srcOrd="6" destOrd="0" presId="urn:microsoft.com/office/officeart/2005/8/layout/default"/>
    <dgm:cxn modelId="{97CD7ED3-D854-46D5-AE87-FA27C39AABCB}" type="presParOf" srcId="{ECE3F266-E97D-4985-9720-BD4FFF0DD115}" destId="{3E2EA817-0675-436F-BDD0-F70616E756FE}" srcOrd="7" destOrd="0" presId="urn:microsoft.com/office/officeart/2005/8/layout/default"/>
    <dgm:cxn modelId="{349A00CB-947B-4F15-9443-94EC9C9D2540}" type="presParOf" srcId="{ECE3F266-E97D-4985-9720-BD4FFF0DD115}" destId="{5F0285F6-C769-4EF8-AD2A-49AC88994CB5}" srcOrd="8" destOrd="0" presId="urn:microsoft.com/office/officeart/2005/8/layout/default"/>
    <dgm:cxn modelId="{5B49D60B-E812-44DB-A340-515ED39F829D}" type="presParOf" srcId="{ECE3F266-E97D-4985-9720-BD4FFF0DD115}" destId="{F98E180A-FF6E-4DBD-A55E-85966AE33531}" srcOrd="9" destOrd="0" presId="urn:microsoft.com/office/officeart/2005/8/layout/default"/>
    <dgm:cxn modelId="{64615E6B-363A-41F1-AD7C-0244684DB565}" type="presParOf" srcId="{ECE3F266-E97D-4985-9720-BD4FFF0DD115}" destId="{3997CA1F-307B-4F20-BEE4-DFFC5EF3AF9F}" srcOrd="10" destOrd="0" presId="urn:microsoft.com/office/officeart/2005/8/layout/default"/>
    <dgm:cxn modelId="{03BD1343-1A64-44C4-8B7B-BABB300A989F}" type="presParOf" srcId="{ECE3F266-E97D-4985-9720-BD4FFF0DD115}" destId="{C553F617-542B-4F34-8694-920184891809}" srcOrd="11" destOrd="0" presId="urn:microsoft.com/office/officeart/2005/8/layout/default"/>
    <dgm:cxn modelId="{900BFF42-5BF6-4550-9356-CFFAA5CAEEF6}" type="presParOf" srcId="{ECE3F266-E97D-4985-9720-BD4FFF0DD115}" destId="{32D62C2F-17FB-44C5-9403-5223D1152494}" srcOrd="12" destOrd="0" presId="urn:microsoft.com/office/officeart/2005/8/layout/default"/>
    <dgm:cxn modelId="{9E468759-E797-4000-BBF2-76298F1E5003}" type="presParOf" srcId="{ECE3F266-E97D-4985-9720-BD4FFF0DD115}" destId="{C0711764-4890-4829-BDE5-7CDE9977062D}" srcOrd="13" destOrd="0" presId="urn:microsoft.com/office/officeart/2005/8/layout/default"/>
    <dgm:cxn modelId="{79806C30-5EFC-4F79-B197-2D294C8B2FBF}" type="presParOf" srcId="{ECE3F266-E97D-4985-9720-BD4FFF0DD115}" destId="{5C695DC8-1352-480B-8E9B-B35719E612A3}" srcOrd="14" destOrd="0" presId="urn:microsoft.com/office/officeart/2005/8/layout/default"/>
    <dgm:cxn modelId="{95DC9336-4F3B-4CFA-AFD8-AE020E929C7A}" type="presParOf" srcId="{ECE3F266-E97D-4985-9720-BD4FFF0DD115}" destId="{AECC5034-D3EA-4963-95B0-7F80A8C43FA7}" srcOrd="15" destOrd="0" presId="urn:microsoft.com/office/officeart/2005/8/layout/default"/>
    <dgm:cxn modelId="{6180FA9B-08AB-46D8-AE94-8ED4590A8FFD}" type="presParOf" srcId="{ECE3F266-E97D-4985-9720-BD4FFF0DD115}" destId="{C8BDCB3B-6524-4DCE-A294-FBC1034BFD17}" srcOrd="16" destOrd="0" presId="urn:microsoft.com/office/officeart/2005/8/layout/default"/>
    <dgm:cxn modelId="{D4DC9BAD-5B7D-483C-AE1D-4D58A489A580}" type="presParOf" srcId="{ECE3F266-E97D-4985-9720-BD4FFF0DD115}" destId="{75543448-B4CD-4C51-A004-10C9E1314CB0}" srcOrd="17" destOrd="0" presId="urn:microsoft.com/office/officeart/2005/8/layout/default"/>
    <dgm:cxn modelId="{1EE8AE1C-9C13-4A5D-AB2A-2526CB7AC2FD}" type="presParOf" srcId="{ECE3F266-E97D-4985-9720-BD4FFF0DD115}" destId="{75DA3830-E176-451C-8875-739BA5FD1A3F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C175D0E-EF0F-4857-AFC3-3CC15FAA1A5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752ED50-8EFE-4282-95C0-D7A5896A58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results of this classification showed that CNN had better performance than ANN because it was able to learn spatial characteristics better.</a:t>
          </a:r>
        </a:p>
      </dgm:t>
    </dgm:pt>
    <dgm:pt modelId="{291A8FA5-0ED7-4E03-93E7-915B9FEFA11A}" type="parTrans" cxnId="{536CA5F4-6E7B-4357-9D7C-F40043C0537E}">
      <dgm:prSet/>
      <dgm:spPr/>
      <dgm:t>
        <a:bodyPr/>
        <a:lstStyle/>
        <a:p>
          <a:endParaRPr lang="en-US"/>
        </a:p>
      </dgm:t>
    </dgm:pt>
    <dgm:pt modelId="{993B4D0F-D539-40D8-B137-4E83FBA49559}" type="sibTrans" cxnId="{536CA5F4-6E7B-4357-9D7C-F40043C0537E}">
      <dgm:prSet/>
      <dgm:spPr/>
      <dgm:t>
        <a:bodyPr/>
        <a:lstStyle/>
        <a:p>
          <a:endParaRPr lang="en-US"/>
        </a:p>
      </dgm:t>
    </dgm:pt>
    <dgm:pt modelId="{B2574256-F3F4-4C45-93AC-1561886481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Evaluation also proved that it is not enough to just compare accuracy, but that we must also look at precision, recall, and F1-score for a true sense of performance.</a:t>
          </a:r>
        </a:p>
      </dgm:t>
    </dgm:pt>
    <dgm:pt modelId="{79B6B108-8983-4223-80B9-651FD5422B1B}" type="parTrans" cxnId="{89F266E5-D983-48CC-A824-5FDD31272DEA}">
      <dgm:prSet/>
      <dgm:spPr/>
      <dgm:t>
        <a:bodyPr/>
        <a:lstStyle/>
        <a:p>
          <a:endParaRPr lang="en-US"/>
        </a:p>
      </dgm:t>
    </dgm:pt>
    <dgm:pt modelId="{177FD939-19BD-420D-B557-75A1940E69D0}" type="sibTrans" cxnId="{89F266E5-D983-48CC-A824-5FDD31272DEA}">
      <dgm:prSet/>
      <dgm:spPr/>
      <dgm:t>
        <a:bodyPr/>
        <a:lstStyle/>
        <a:p>
          <a:endParaRPr lang="en-US"/>
        </a:p>
      </dgm:t>
    </dgm:pt>
    <dgm:pt modelId="{10CDCD55-1D60-45CC-A81D-BB0FD527E7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 also improved our models using dropout, LR scheduling, and augmentation, which saw better results on our models while also reducing overfitting.</a:t>
          </a:r>
        </a:p>
      </dgm:t>
    </dgm:pt>
    <dgm:pt modelId="{9FD89673-9ABD-453C-A9F8-D3E4B7A73D21}" type="parTrans" cxnId="{F0FCB7AE-027D-4E8D-8BEF-A19A70780440}">
      <dgm:prSet/>
      <dgm:spPr/>
      <dgm:t>
        <a:bodyPr/>
        <a:lstStyle/>
        <a:p>
          <a:endParaRPr lang="en-US"/>
        </a:p>
      </dgm:t>
    </dgm:pt>
    <dgm:pt modelId="{0E1F78F6-999C-4CF7-8D27-11AF9296DF00}" type="sibTrans" cxnId="{F0FCB7AE-027D-4E8D-8BEF-A19A70780440}">
      <dgm:prSet/>
      <dgm:spPr/>
      <dgm:t>
        <a:bodyPr/>
        <a:lstStyle/>
        <a:p>
          <a:endParaRPr lang="en-US"/>
        </a:p>
      </dgm:t>
    </dgm:pt>
    <dgm:pt modelId="{74120585-40C1-4467-B21D-020A284F8E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future work, we want to try Transfer Learning, and deep CNN architecture like ResNet and MobileNet.</a:t>
          </a:r>
        </a:p>
      </dgm:t>
    </dgm:pt>
    <dgm:pt modelId="{3B7F2B29-29FA-420D-9788-F816319F4EF4}" type="parTrans" cxnId="{5D4997FD-5FD9-4FAB-A32A-B0EEC1FA8133}">
      <dgm:prSet/>
      <dgm:spPr/>
      <dgm:t>
        <a:bodyPr/>
        <a:lstStyle/>
        <a:p>
          <a:endParaRPr lang="en-US"/>
        </a:p>
      </dgm:t>
    </dgm:pt>
    <dgm:pt modelId="{5C494DE0-3F4D-46BB-AD46-65D1D494AD3A}" type="sibTrans" cxnId="{5D4997FD-5FD9-4FAB-A32A-B0EEC1FA8133}">
      <dgm:prSet/>
      <dgm:spPr/>
      <dgm:t>
        <a:bodyPr/>
        <a:lstStyle/>
        <a:p>
          <a:endParaRPr lang="en-US"/>
        </a:p>
      </dgm:t>
    </dgm:pt>
    <dgm:pt modelId="{244DF10F-D1B5-49F1-BCE3-7DACE4F023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 could also see accuracy increases by introducing an Ensemble of multiple CNNs or maybe even a Vision Transformer.</a:t>
          </a:r>
        </a:p>
      </dgm:t>
    </dgm:pt>
    <dgm:pt modelId="{BB7308F8-79B8-4ACE-B98F-FFD4CCC4CA2F}" type="parTrans" cxnId="{B3EE6A47-37EE-43D7-9CFF-5E776E29A30E}">
      <dgm:prSet/>
      <dgm:spPr/>
      <dgm:t>
        <a:bodyPr/>
        <a:lstStyle/>
        <a:p>
          <a:endParaRPr lang="en-US"/>
        </a:p>
      </dgm:t>
    </dgm:pt>
    <dgm:pt modelId="{202F90F6-9870-42B2-A18F-8F5E39C17E78}" type="sibTrans" cxnId="{B3EE6A47-37EE-43D7-9CFF-5E776E29A30E}">
      <dgm:prSet/>
      <dgm:spPr/>
      <dgm:t>
        <a:bodyPr/>
        <a:lstStyle/>
        <a:p>
          <a:endParaRPr lang="en-US"/>
        </a:p>
      </dgm:t>
    </dgm:pt>
    <dgm:pt modelId="{3E9C42C9-1947-42C7-BECC-D01A36A585A6}" type="pres">
      <dgm:prSet presAssocID="{5C175D0E-EF0F-4857-AFC3-3CC15FAA1A58}" presName="root" presStyleCnt="0">
        <dgm:presLayoutVars>
          <dgm:dir/>
          <dgm:resizeHandles val="exact"/>
        </dgm:presLayoutVars>
      </dgm:prSet>
      <dgm:spPr/>
    </dgm:pt>
    <dgm:pt modelId="{B241E895-3EED-46E8-AC15-4B67459C9567}" type="pres">
      <dgm:prSet presAssocID="{2752ED50-8EFE-4282-95C0-D7A5896A581D}" presName="compNode" presStyleCnt="0"/>
      <dgm:spPr/>
    </dgm:pt>
    <dgm:pt modelId="{66AF79FF-4B77-4A56-96C0-45292A02CA04}" type="pres">
      <dgm:prSet presAssocID="{2752ED50-8EFE-4282-95C0-D7A5896A581D}" presName="bgRect" presStyleLbl="bgShp" presStyleIdx="0" presStyleCnt="5"/>
      <dgm:spPr/>
    </dgm:pt>
    <dgm:pt modelId="{AF8DA776-7DD0-414C-B371-B2B4C19E21DA}" type="pres">
      <dgm:prSet presAssocID="{2752ED50-8EFE-4282-95C0-D7A5896A581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C977607F-C012-4D0A-AF8F-662B5432C1FC}" type="pres">
      <dgm:prSet presAssocID="{2752ED50-8EFE-4282-95C0-D7A5896A581D}" presName="spaceRect" presStyleCnt="0"/>
      <dgm:spPr/>
    </dgm:pt>
    <dgm:pt modelId="{89439506-41B7-48F1-8083-047851B60287}" type="pres">
      <dgm:prSet presAssocID="{2752ED50-8EFE-4282-95C0-D7A5896A581D}" presName="parTx" presStyleLbl="revTx" presStyleIdx="0" presStyleCnt="5">
        <dgm:presLayoutVars>
          <dgm:chMax val="0"/>
          <dgm:chPref val="0"/>
        </dgm:presLayoutVars>
      </dgm:prSet>
      <dgm:spPr/>
    </dgm:pt>
    <dgm:pt modelId="{4B862158-D298-4077-993D-798B542C2B92}" type="pres">
      <dgm:prSet presAssocID="{993B4D0F-D539-40D8-B137-4E83FBA49559}" presName="sibTrans" presStyleCnt="0"/>
      <dgm:spPr/>
    </dgm:pt>
    <dgm:pt modelId="{DCB22D47-720B-40C7-8399-1732DC1077AE}" type="pres">
      <dgm:prSet presAssocID="{B2574256-F3F4-4C45-93AC-1561886481DF}" presName="compNode" presStyleCnt="0"/>
      <dgm:spPr/>
    </dgm:pt>
    <dgm:pt modelId="{3202F14F-CA5C-41ED-A194-095EC61492B5}" type="pres">
      <dgm:prSet presAssocID="{B2574256-F3F4-4C45-93AC-1561886481DF}" presName="bgRect" presStyleLbl="bgShp" presStyleIdx="1" presStyleCnt="5"/>
      <dgm:spPr/>
    </dgm:pt>
    <dgm:pt modelId="{64DA61B8-E31A-4473-9224-61E00008008A}" type="pres">
      <dgm:prSet presAssocID="{B2574256-F3F4-4C45-93AC-1561886481D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3DDD4E9E-690D-4512-87EA-653CFA57F9AB}" type="pres">
      <dgm:prSet presAssocID="{B2574256-F3F4-4C45-93AC-1561886481DF}" presName="spaceRect" presStyleCnt="0"/>
      <dgm:spPr/>
    </dgm:pt>
    <dgm:pt modelId="{A85B572F-F492-4D6C-8BAB-06A84D73D97A}" type="pres">
      <dgm:prSet presAssocID="{B2574256-F3F4-4C45-93AC-1561886481DF}" presName="parTx" presStyleLbl="revTx" presStyleIdx="1" presStyleCnt="5">
        <dgm:presLayoutVars>
          <dgm:chMax val="0"/>
          <dgm:chPref val="0"/>
        </dgm:presLayoutVars>
      </dgm:prSet>
      <dgm:spPr/>
    </dgm:pt>
    <dgm:pt modelId="{F1D785D1-5468-4836-B795-80E228EDE0F8}" type="pres">
      <dgm:prSet presAssocID="{177FD939-19BD-420D-B557-75A1940E69D0}" presName="sibTrans" presStyleCnt="0"/>
      <dgm:spPr/>
    </dgm:pt>
    <dgm:pt modelId="{37EC1980-6068-45AB-8889-28A984127AAF}" type="pres">
      <dgm:prSet presAssocID="{10CDCD55-1D60-45CC-A81D-BB0FD527E75E}" presName="compNode" presStyleCnt="0"/>
      <dgm:spPr/>
    </dgm:pt>
    <dgm:pt modelId="{B750FF42-7ED8-49FA-8D5E-0993FBAFF8B4}" type="pres">
      <dgm:prSet presAssocID="{10CDCD55-1D60-45CC-A81D-BB0FD527E75E}" presName="bgRect" presStyleLbl="bgShp" presStyleIdx="2" presStyleCnt="5"/>
      <dgm:spPr/>
    </dgm:pt>
    <dgm:pt modelId="{E8C225DE-261F-41A2-8600-EF9432185D40}" type="pres">
      <dgm:prSet presAssocID="{10CDCD55-1D60-45CC-A81D-BB0FD527E75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BAB504E3-4DDC-40E9-AD45-89CA57725F4C}" type="pres">
      <dgm:prSet presAssocID="{10CDCD55-1D60-45CC-A81D-BB0FD527E75E}" presName="spaceRect" presStyleCnt="0"/>
      <dgm:spPr/>
    </dgm:pt>
    <dgm:pt modelId="{B4F3A40B-C965-47AC-AE6A-78F68A584E19}" type="pres">
      <dgm:prSet presAssocID="{10CDCD55-1D60-45CC-A81D-BB0FD527E75E}" presName="parTx" presStyleLbl="revTx" presStyleIdx="2" presStyleCnt="5">
        <dgm:presLayoutVars>
          <dgm:chMax val="0"/>
          <dgm:chPref val="0"/>
        </dgm:presLayoutVars>
      </dgm:prSet>
      <dgm:spPr/>
    </dgm:pt>
    <dgm:pt modelId="{32C78110-1EC0-4C67-B211-87DC94D27680}" type="pres">
      <dgm:prSet presAssocID="{0E1F78F6-999C-4CF7-8D27-11AF9296DF00}" presName="sibTrans" presStyleCnt="0"/>
      <dgm:spPr/>
    </dgm:pt>
    <dgm:pt modelId="{E077DDE9-D444-4BE5-94CD-1483524D8850}" type="pres">
      <dgm:prSet presAssocID="{74120585-40C1-4467-B21D-020A284F8E82}" presName="compNode" presStyleCnt="0"/>
      <dgm:spPr/>
    </dgm:pt>
    <dgm:pt modelId="{93ADDBD8-6D5C-4FBC-94F1-57B083DD48C4}" type="pres">
      <dgm:prSet presAssocID="{74120585-40C1-4467-B21D-020A284F8E82}" presName="bgRect" presStyleLbl="bgShp" presStyleIdx="3" presStyleCnt="5"/>
      <dgm:spPr/>
    </dgm:pt>
    <dgm:pt modelId="{6CAC61A4-6030-4CAE-B429-14646359978E}" type="pres">
      <dgm:prSet presAssocID="{74120585-40C1-4467-B21D-020A284F8E8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61922802-BC1E-4B3A-AC2D-3AFBAF3739AF}" type="pres">
      <dgm:prSet presAssocID="{74120585-40C1-4467-B21D-020A284F8E82}" presName="spaceRect" presStyleCnt="0"/>
      <dgm:spPr/>
    </dgm:pt>
    <dgm:pt modelId="{C9701D6F-2D25-4198-B9D9-C5954C7A07FD}" type="pres">
      <dgm:prSet presAssocID="{74120585-40C1-4467-B21D-020A284F8E82}" presName="parTx" presStyleLbl="revTx" presStyleIdx="3" presStyleCnt="5">
        <dgm:presLayoutVars>
          <dgm:chMax val="0"/>
          <dgm:chPref val="0"/>
        </dgm:presLayoutVars>
      </dgm:prSet>
      <dgm:spPr/>
    </dgm:pt>
    <dgm:pt modelId="{1488DBD2-4B8D-4479-8BD3-40C7819199DB}" type="pres">
      <dgm:prSet presAssocID="{5C494DE0-3F4D-46BB-AD46-65D1D494AD3A}" presName="sibTrans" presStyleCnt="0"/>
      <dgm:spPr/>
    </dgm:pt>
    <dgm:pt modelId="{ACA364AA-8A4F-4A6B-9679-CD37C86CE91A}" type="pres">
      <dgm:prSet presAssocID="{244DF10F-D1B5-49F1-BCE3-7DACE4F0231D}" presName="compNode" presStyleCnt="0"/>
      <dgm:spPr/>
    </dgm:pt>
    <dgm:pt modelId="{EE9753A9-6F8F-4A2C-99DD-E8D958C546A1}" type="pres">
      <dgm:prSet presAssocID="{244DF10F-D1B5-49F1-BCE3-7DACE4F0231D}" presName="bgRect" presStyleLbl="bgShp" presStyleIdx="4" presStyleCnt="5"/>
      <dgm:spPr/>
    </dgm:pt>
    <dgm:pt modelId="{DEA56F9F-BD1C-4C6A-90E2-2DD0F14E6855}" type="pres">
      <dgm:prSet presAssocID="{244DF10F-D1B5-49F1-BCE3-7DACE4F0231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s"/>
        </a:ext>
      </dgm:extLst>
    </dgm:pt>
    <dgm:pt modelId="{126A99A5-FC3F-4E85-817F-13AF906649DE}" type="pres">
      <dgm:prSet presAssocID="{244DF10F-D1B5-49F1-BCE3-7DACE4F0231D}" presName="spaceRect" presStyleCnt="0"/>
      <dgm:spPr/>
    </dgm:pt>
    <dgm:pt modelId="{06DCCFA8-9295-4CFC-9C0F-1870704428AC}" type="pres">
      <dgm:prSet presAssocID="{244DF10F-D1B5-49F1-BCE3-7DACE4F0231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9FE6421-B8F8-433E-B190-131751A5C904}" type="presOf" srcId="{2752ED50-8EFE-4282-95C0-D7A5896A581D}" destId="{89439506-41B7-48F1-8083-047851B60287}" srcOrd="0" destOrd="0" presId="urn:microsoft.com/office/officeart/2018/2/layout/IconVerticalSolidList"/>
    <dgm:cxn modelId="{B3EE6A47-37EE-43D7-9CFF-5E776E29A30E}" srcId="{5C175D0E-EF0F-4857-AFC3-3CC15FAA1A58}" destId="{244DF10F-D1B5-49F1-BCE3-7DACE4F0231D}" srcOrd="4" destOrd="0" parTransId="{BB7308F8-79B8-4ACE-B98F-FFD4CCC4CA2F}" sibTransId="{202F90F6-9870-42B2-A18F-8F5E39C17E78}"/>
    <dgm:cxn modelId="{37825753-535E-4347-94FD-4156D2517687}" type="presOf" srcId="{244DF10F-D1B5-49F1-BCE3-7DACE4F0231D}" destId="{06DCCFA8-9295-4CFC-9C0F-1870704428AC}" srcOrd="0" destOrd="0" presId="urn:microsoft.com/office/officeart/2018/2/layout/IconVerticalSolidList"/>
    <dgm:cxn modelId="{C8D9B68D-DDBD-43BA-BAEA-A73192ADC7D1}" type="presOf" srcId="{74120585-40C1-4467-B21D-020A284F8E82}" destId="{C9701D6F-2D25-4198-B9D9-C5954C7A07FD}" srcOrd="0" destOrd="0" presId="urn:microsoft.com/office/officeart/2018/2/layout/IconVerticalSolidList"/>
    <dgm:cxn modelId="{9FA22798-BB62-4A87-B422-AC4E43507A50}" type="presOf" srcId="{5C175D0E-EF0F-4857-AFC3-3CC15FAA1A58}" destId="{3E9C42C9-1947-42C7-BECC-D01A36A585A6}" srcOrd="0" destOrd="0" presId="urn:microsoft.com/office/officeart/2018/2/layout/IconVerticalSolidList"/>
    <dgm:cxn modelId="{F0FCB7AE-027D-4E8D-8BEF-A19A70780440}" srcId="{5C175D0E-EF0F-4857-AFC3-3CC15FAA1A58}" destId="{10CDCD55-1D60-45CC-A81D-BB0FD527E75E}" srcOrd="2" destOrd="0" parTransId="{9FD89673-9ABD-453C-A9F8-D3E4B7A73D21}" sibTransId="{0E1F78F6-999C-4CF7-8D27-11AF9296DF00}"/>
    <dgm:cxn modelId="{55346FD7-335E-4D73-BAB3-D4271E87D899}" type="presOf" srcId="{B2574256-F3F4-4C45-93AC-1561886481DF}" destId="{A85B572F-F492-4D6C-8BAB-06A84D73D97A}" srcOrd="0" destOrd="0" presId="urn:microsoft.com/office/officeart/2018/2/layout/IconVerticalSolidList"/>
    <dgm:cxn modelId="{89F266E5-D983-48CC-A824-5FDD31272DEA}" srcId="{5C175D0E-EF0F-4857-AFC3-3CC15FAA1A58}" destId="{B2574256-F3F4-4C45-93AC-1561886481DF}" srcOrd="1" destOrd="0" parTransId="{79B6B108-8983-4223-80B9-651FD5422B1B}" sibTransId="{177FD939-19BD-420D-B557-75A1940E69D0}"/>
    <dgm:cxn modelId="{536CA5F4-6E7B-4357-9D7C-F40043C0537E}" srcId="{5C175D0E-EF0F-4857-AFC3-3CC15FAA1A58}" destId="{2752ED50-8EFE-4282-95C0-D7A5896A581D}" srcOrd="0" destOrd="0" parTransId="{291A8FA5-0ED7-4E03-93E7-915B9FEFA11A}" sibTransId="{993B4D0F-D539-40D8-B137-4E83FBA49559}"/>
    <dgm:cxn modelId="{5D4997FD-5FD9-4FAB-A32A-B0EEC1FA8133}" srcId="{5C175D0E-EF0F-4857-AFC3-3CC15FAA1A58}" destId="{74120585-40C1-4467-B21D-020A284F8E82}" srcOrd="3" destOrd="0" parTransId="{3B7F2B29-29FA-420D-9788-F816319F4EF4}" sibTransId="{5C494DE0-3F4D-46BB-AD46-65D1D494AD3A}"/>
    <dgm:cxn modelId="{49BA20FE-6AE7-4E17-8B51-3C182D3B55BD}" type="presOf" srcId="{10CDCD55-1D60-45CC-A81D-BB0FD527E75E}" destId="{B4F3A40B-C965-47AC-AE6A-78F68A584E19}" srcOrd="0" destOrd="0" presId="urn:microsoft.com/office/officeart/2018/2/layout/IconVerticalSolidList"/>
    <dgm:cxn modelId="{DDECB883-EBAC-42C9-942E-402273929EC5}" type="presParOf" srcId="{3E9C42C9-1947-42C7-BECC-D01A36A585A6}" destId="{B241E895-3EED-46E8-AC15-4B67459C9567}" srcOrd="0" destOrd="0" presId="urn:microsoft.com/office/officeart/2018/2/layout/IconVerticalSolidList"/>
    <dgm:cxn modelId="{8823E760-A8A3-4FFA-8E3A-259E3B8EEBD1}" type="presParOf" srcId="{B241E895-3EED-46E8-AC15-4B67459C9567}" destId="{66AF79FF-4B77-4A56-96C0-45292A02CA04}" srcOrd="0" destOrd="0" presId="urn:microsoft.com/office/officeart/2018/2/layout/IconVerticalSolidList"/>
    <dgm:cxn modelId="{7AE3C20C-6914-4E6F-8FDC-284325EA09E4}" type="presParOf" srcId="{B241E895-3EED-46E8-AC15-4B67459C9567}" destId="{AF8DA776-7DD0-414C-B371-B2B4C19E21DA}" srcOrd="1" destOrd="0" presId="urn:microsoft.com/office/officeart/2018/2/layout/IconVerticalSolidList"/>
    <dgm:cxn modelId="{34D72842-39F6-4533-9686-23B4555DAE79}" type="presParOf" srcId="{B241E895-3EED-46E8-AC15-4B67459C9567}" destId="{C977607F-C012-4D0A-AF8F-662B5432C1FC}" srcOrd="2" destOrd="0" presId="urn:microsoft.com/office/officeart/2018/2/layout/IconVerticalSolidList"/>
    <dgm:cxn modelId="{A630665C-5A8E-40C9-A5FB-20ADB7693AD6}" type="presParOf" srcId="{B241E895-3EED-46E8-AC15-4B67459C9567}" destId="{89439506-41B7-48F1-8083-047851B60287}" srcOrd="3" destOrd="0" presId="urn:microsoft.com/office/officeart/2018/2/layout/IconVerticalSolidList"/>
    <dgm:cxn modelId="{322598D4-2265-4653-A7F8-E460E45C4987}" type="presParOf" srcId="{3E9C42C9-1947-42C7-BECC-D01A36A585A6}" destId="{4B862158-D298-4077-993D-798B542C2B92}" srcOrd="1" destOrd="0" presId="urn:microsoft.com/office/officeart/2018/2/layout/IconVerticalSolidList"/>
    <dgm:cxn modelId="{66C1CDBF-EB2D-4896-A41D-0DB69F40F78B}" type="presParOf" srcId="{3E9C42C9-1947-42C7-BECC-D01A36A585A6}" destId="{DCB22D47-720B-40C7-8399-1732DC1077AE}" srcOrd="2" destOrd="0" presId="urn:microsoft.com/office/officeart/2018/2/layout/IconVerticalSolidList"/>
    <dgm:cxn modelId="{7A8018CC-2334-4546-80B7-09E6E65EC19D}" type="presParOf" srcId="{DCB22D47-720B-40C7-8399-1732DC1077AE}" destId="{3202F14F-CA5C-41ED-A194-095EC61492B5}" srcOrd="0" destOrd="0" presId="urn:microsoft.com/office/officeart/2018/2/layout/IconVerticalSolidList"/>
    <dgm:cxn modelId="{E9E574B2-A6A4-4EE2-B41A-8C4F54220F21}" type="presParOf" srcId="{DCB22D47-720B-40C7-8399-1732DC1077AE}" destId="{64DA61B8-E31A-4473-9224-61E00008008A}" srcOrd="1" destOrd="0" presId="urn:microsoft.com/office/officeart/2018/2/layout/IconVerticalSolidList"/>
    <dgm:cxn modelId="{40DD1CA4-746B-42C1-822D-711AC6340089}" type="presParOf" srcId="{DCB22D47-720B-40C7-8399-1732DC1077AE}" destId="{3DDD4E9E-690D-4512-87EA-653CFA57F9AB}" srcOrd="2" destOrd="0" presId="urn:microsoft.com/office/officeart/2018/2/layout/IconVerticalSolidList"/>
    <dgm:cxn modelId="{EDF036E6-D0DD-4D94-8BC8-7862C1F9F79B}" type="presParOf" srcId="{DCB22D47-720B-40C7-8399-1732DC1077AE}" destId="{A85B572F-F492-4D6C-8BAB-06A84D73D97A}" srcOrd="3" destOrd="0" presId="urn:microsoft.com/office/officeart/2018/2/layout/IconVerticalSolidList"/>
    <dgm:cxn modelId="{5A77C2B9-2F59-4F56-B6D2-7DBFA0899541}" type="presParOf" srcId="{3E9C42C9-1947-42C7-BECC-D01A36A585A6}" destId="{F1D785D1-5468-4836-B795-80E228EDE0F8}" srcOrd="3" destOrd="0" presId="urn:microsoft.com/office/officeart/2018/2/layout/IconVerticalSolidList"/>
    <dgm:cxn modelId="{77E5925B-56F3-4656-B7E1-7F6FCB505CAA}" type="presParOf" srcId="{3E9C42C9-1947-42C7-BECC-D01A36A585A6}" destId="{37EC1980-6068-45AB-8889-28A984127AAF}" srcOrd="4" destOrd="0" presId="urn:microsoft.com/office/officeart/2018/2/layout/IconVerticalSolidList"/>
    <dgm:cxn modelId="{596278BD-C3AA-4A44-BD97-CB9F103A12F3}" type="presParOf" srcId="{37EC1980-6068-45AB-8889-28A984127AAF}" destId="{B750FF42-7ED8-49FA-8D5E-0993FBAFF8B4}" srcOrd="0" destOrd="0" presId="urn:microsoft.com/office/officeart/2018/2/layout/IconVerticalSolidList"/>
    <dgm:cxn modelId="{7CB8344C-F042-47D8-B50C-E101BFE070E2}" type="presParOf" srcId="{37EC1980-6068-45AB-8889-28A984127AAF}" destId="{E8C225DE-261F-41A2-8600-EF9432185D40}" srcOrd="1" destOrd="0" presId="urn:microsoft.com/office/officeart/2018/2/layout/IconVerticalSolidList"/>
    <dgm:cxn modelId="{3F7E0170-5BC9-4F66-A881-5BF9C6DCE616}" type="presParOf" srcId="{37EC1980-6068-45AB-8889-28A984127AAF}" destId="{BAB504E3-4DDC-40E9-AD45-89CA57725F4C}" srcOrd="2" destOrd="0" presId="urn:microsoft.com/office/officeart/2018/2/layout/IconVerticalSolidList"/>
    <dgm:cxn modelId="{588E7779-4AF0-42EB-A2A7-3BB15BD2AA1A}" type="presParOf" srcId="{37EC1980-6068-45AB-8889-28A984127AAF}" destId="{B4F3A40B-C965-47AC-AE6A-78F68A584E19}" srcOrd="3" destOrd="0" presId="urn:microsoft.com/office/officeart/2018/2/layout/IconVerticalSolidList"/>
    <dgm:cxn modelId="{98E0A7C9-D1C5-4E39-B1B6-7E0E053CFB51}" type="presParOf" srcId="{3E9C42C9-1947-42C7-BECC-D01A36A585A6}" destId="{32C78110-1EC0-4C67-B211-87DC94D27680}" srcOrd="5" destOrd="0" presId="urn:microsoft.com/office/officeart/2018/2/layout/IconVerticalSolidList"/>
    <dgm:cxn modelId="{BAB6B3B3-49A6-4391-BEE7-F8258CD84337}" type="presParOf" srcId="{3E9C42C9-1947-42C7-BECC-D01A36A585A6}" destId="{E077DDE9-D444-4BE5-94CD-1483524D8850}" srcOrd="6" destOrd="0" presId="urn:microsoft.com/office/officeart/2018/2/layout/IconVerticalSolidList"/>
    <dgm:cxn modelId="{2777B681-CAE5-44F1-8444-12D08F38EAEF}" type="presParOf" srcId="{E077DDE9-D444-4BE5-94CD-1483524D8850}" destId="{93ADDBD8-6D5C-4FBC-94F1-57B083DD48C4}" srcOrd="0" destOrd="0" presId="urn:microsoft.com/office/officeart/2018/2/layout/IconVerticalSolidList"/>
    <dgm:cxn modelId="{864DC87C-7020-4D05-A5CF-6B3BBD57A60D}" type="presParOf" srcId="{E077DDE9-D444-4BE5-94CD-1483524D8850}" destId="{6CAC61A4-6030-4CAE-B429-14646359978E}" srcOrd="1" destOrd="0" presId="urn:microsoft.com/office/officeart/2018/2/layout/IconVerticalSolidList"/>
    <dgm:cxn modelId="{E811B98B-F6F5-4C52-ACB6-3A3C80DB6FDD}" type="presParOf" srcId="{E077DDE9-D444-4BE5-94CD-1483524D8850}" destId="{61922802-BC1E-4B3A-AC2D-3AFBAF3739AF}" srcOrd="2" destOrd="0" presId="urn:microsoft.com/office/officeart/2018/2/layout/IconVerticalSolidList"/>
    <dgm:cxn modelId="{0ED40FE1-9484-47E1-90B6-04A8BBFFEEB5}" type="presParOf" srcId="{E077DDE9-D444-4BE5-94CD-1483524D8850}" destId="{C9701D6F-2D25-4198-B9D9-C5954C7A07FD}" srcOrd="3" destOrd="0" presId="urn:microsoft.com/office/officeart/2018/2/layout/IconVerticalSolidList"/>
    <dgm:cxn modelId="{F866B797-D91A-4BD5-A9BC-1A611522D4E9}" type="presParOf" srcId="{3E9C42C9-1947-42C7-BECC-D01A36A585A6}" destId="{1488DBD2-4B8D-4479-8BD3-40C7819199DB}" srcOrd="7" destOrd="0" presId="urn:microsoft.com/office/officeart/2018/2/layout/IconVerticalSolidList"/>
    <dgm:cxn modelId="{05CFDE09-D315-4F6F-98C3-F84115A7D3A1}" type="presParOf" srcId="{3E9C42C9-1947-42C7-BECC-D01A36A585A6}" destId="{ACA364AA-8A4F-4A6B-9679-CD37C86CE91A}" srcOrd="8" destOrd="0" presId="urn:microsoft.com/office/officeart/2018/2/layout/IconVerticalSolidList"/>
    <dgm:cxn modelId="{D08E9C13-2E4B-4381-9CA6-5ED555DAAD50}" type="presParOf" srcId="{ACA364AA-8A4F-4A6B-9679-CD37C86CE91A}" destId="{EE9753A9-6F8F-4A2C-99DD-E8D958C546A1}" srcOrd="0" destOrd="0" presId="urn:microsoft.com/office/officeart/2018/2/layout/IconVerticalSolidList"/>
    <dgm:cxn modelId="{2FDEBA1F-44AC-4823-88FC-1A012C42650A}" type="presParOf" srcId="{ACA364AA-8A4F-4A6B-9679-CD37C86CE91A}" destId="{DEA56F9F-BD1C-4C6A-90E2-2DD0F14E6855}" srcOrd="1" destOrd="0" presId="urn:microsoft.com/office/officeart/2018/2/layout/IconVerticalSolidList"/>
    <dgm:cxn modelId="{C8D91153-E020-45E9-8940-A099626FE66E}" type="presParOf" srcId="{ACA364AA-8A4F-4A6B-9679-CD37C86CE91A}" destId="{126A99A5-FC3F-4E85-817F-13AF906649DE}" srcOrd="2" destOrd="0" presId="urn:microsoft.com/office/officeart/2018/2/layout/IconVerticalSolidList"/>
    <dgm:cxn modelId="{ABC936A9-B0A9-4A6D-BBE5-4EF089363827}" type="presParOf" srcId="{ACA364AA-8A4F-4A6B-9679-CD37C86CE91A}" destId="{06DCCFA8-9295-4CFC-9C0F-1870704428A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1B1DED-D890-43D5-A3ED-D06FC30AB5ED}">
      <dsp:nvSpPr>
        <dsp:cNvPr id="0" name=""/>
        <dsp:cNvSpPr/>
      </dsp:nvSpPr>
      <dsp:spPr>
        <a:xfrm>
          <a:off x="330684" y="36498"/>
          <a:ext cx="1060787" cy="1060787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C5148D-627B-496B-9E20-617BB870C281}">
      <dsp:nvSpPr>
        <dsp:cNvPr id="0" name=""/>
        <dsp:cNvSpPr/>
      </dsp:nvSpPr>
      <dsp:spPr>
        <a:xfrm>
          <a:off x="553450" y="259264"/>
          <a:ext cx="615256" cy="6152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6BD963-9D38-4E1C-894A-9CC43516FD21}">
      <dsp:nvSpPr>
        <dsp:cNvPr id="0" name=""/>
        <dsp:cNvSpPr/>
      </dsp:nvSpPr>
      <dsp:spPr>
        <a:xfrm>
          <a:off x="1618783" y="36498"/>
          <a:ext cx="2500426" cy="106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Fashion-MNIST is a benchmark dataset composed of 70,000 grayscale images represented by 10 clothing categories in terms of an image classification task. </a:t>
          </a:r>
        </a:p>
      </dsp:txBody>
      <dsp:txXfrm>
        <a:off x="1618783" y="36498"/>
        <a:ext cx="2500426" cy="1060787"/>
      </dsp:txXfrm>
    </dsp:sp>
    <dsp:sp modelId="{6475DBF1-D980-46C8-93ED-360CA763A388}">
      <dsp:nvSpPr>
        <dsp:cNvPr id="0" name=""/>
        <dsp:cNvSpPr/>
      </dsp:nvSpPr>
      <dsp:spPr>
        <a:xfrm>
          <a:off x="4554890" y="36498"/>
          <a:ext cx="1060787" cy="1060787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D5FC71-35C3-405A-8AC9-98F970EECDA6}">
      <dsp:nvSpPr>
        <dsp:cNvPr id="0" name=""/>
        <dsp:cNvSpPr/>
      </dsp:nvSpPr>
      <dsp:spPr>
        <a:xfrm>
          <a:off x="4777655" y="259264"/>
          <a:ext cx="615256" cy="6152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9E1A25-1092-405E-8153-20F388BB6728}">
      <dsp:nvSpPr>
        <dsp:cNvPr id="0" name=""/>
        <dsp:cNvSpPr/>
      </dsp:nvSpPr>
      <dsp:spPr>
        <a:xfrm>
          <a:off x="5842988" y="36498"/>
          <a:ext cx="2500426" cy="106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Image classification is essential to retail, e-commerce, and automated fashion-recognition systems, emphasizing their significance in real-world applications. </a:t>
          </a:r>
        </a:p>
      </dsp:txBody>
      <dsp:txXfrm>
        <a:off x="5842988" y="36498"/>
        <a:ext cx="2500426" cy="1060787"/>
      </dsp:txXfrm>
    </dsp:sp>
    <dsp:sp modelId="{27CF849C-2810-484D-A4AD-6A4BF28EA683}">
      <dsp:nvSpPr>
        <dsp:cNvPr id="0" name=""/>
        <dsp:cNvSpPr/>
      </dsp:nvSpPr>
      <dsp:spPr>
        <a:xfrm>
          <a:off x="330684" y="1935787"/>
          <a:ext cx="1060787" cy="1060787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D0D345-5407-4F26-9F6A-F0A132751BC8}">
      <dsp:nvSpPr>
        <dsp:cNvPr id="0" name=""/>
        <dsp:cNvSpPr/>
      </dsp:nvSpPr>
      <dsp:spPr>
        <a:xfrm>
          <a:off x="553450" y="2158552"/>
          <a:ext cx="615256" cy="6152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B3BFD8-E5EC-436F-8839-23E88B399127}">
      <dsp:nvSpPr>
        <dsp:cNvPr id="0" name=""/>
        <dsp:cNvSpPr/>
      </dsp:nvSpPr>
      <dsp:spPr>
        <a:xfrm>
          <a:off x="1618783" y="1935787"/>
          <a:ext cx="2500426" cy="106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Traditional Artificial Neural Networks (ANN) must flatten the image vectors and hence struggle to learn spatial patterns resulting in poor accuracy with visual data. </a:t>
          </a:r>
        </a:p>
      </dsp:txBody>
      <dsp:txXfrm>
        <a:off x="1618783" y="1935787"/>
        <a:ext cx="2500426" cy="1060787"/>
      </dsp:txXfrm>
    </dsp:sp>
    <dsp:sp modelId="{0FE5EADA-D159-466C-9939-6B1414CC578B}">
      <dsp:nvSpPr>
        <dsp:cNvPr id="0" name=""/>
        <dsp:cNvSpPr/>
      </dsp:nvSpPr>
      <dsp:spPr>
        <a:xfrm>
          <a:off x="4554890" y="1935787"/>
          <a:ext cx="1060787" cy="1060787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DD9DA5-9759-41AA-9944-B265ABCCB2AB}">
      <dsp:nvSpPr>
        <dsp:cNvPr id="0" name=""/>
        <dsp:cNvSpPr/>
      </dsp:nvSpPr>
      <dsp:spPr>
        <a:xfrm>
          <a:off x="4777655" y="2158552"/>
          <a:ext cx="615256" cy="6152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7A57FD-0723-4642-9678-A85F8E92E277}">
      <dsp:nvSpPr>
        <dsp:cNvPr id="0" name=""/>
        <dsp:cNvSpPr/>
      </dsp:nvSpPr>
      <dsp:spPr>
        <a:xfrm>
          <a:off x="5842988" y="1935787"/>
          <a:ext cx="2500426" cy="106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Convolutional Neural Networks (CNN) were created for image understanding because they can extract some hierarchical spatial features like edges, textures, and shapes. </a:t>
          </a:r>
        </a:p>
      </dsp:txBody>
      <dsp:txXfrm>
        <a:off x="5842988" y="1935787"/>
        <a:ext cx="2500426" cy="1060787"/>
      </dsp:txXfrm>
    </dsp:sp>
    <dsp:sp modelId="{A9B4E60A-CCB0-47DF-90AF-833F2B2F109C}">
      <dsp:nvSpPr>
        <dsp:cNvPr id="0" name=""/>
        <dsp:cNvSpPr/>
      </dsp:nvSpPr>
      <dsp:spPr>
        <a:xfrm>
          <a:off x="330684" y="3835076"/>
          <a:ext cx="1060787" cy="1060787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8CB545-CDE2-42E7-8866-A7129B984442}">
      <dsp:nvSpPr>
        <dsp:cNvPr id="0" name=""/>
        <dsp:cNvSpPr/>
      </dsp:nvSpPr>
      <dsp:spPr>
        <a:xfrm>
          <a:off x="553450" y="4057841"/>
          <a:ext cx="615256" cy="6152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D5CD7E-2FA8-45E6-AA42-EF4A01C5D90D}">
      <dsp:nvSpPr>
        <dsp:cNvPr id="0" name=""/>
        <dsp:cNvSpPr/>
      </dsp:nvSpPr>
      <dsp:spPr>
        <a:xfrm>
          <a:off x="1618783" y="3835076"/>
          <a:ext cx="2500426" cy="106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This work builds and compares two architectures, ANN and CNN models, to assess their performance, showing which architecture is superior specifically for image classification tasks using Fashion-MNIST.</a:t>
          </a:r>
        </a:p>
      </dsp:txBody>
      <dsp:txXfrm>
        <a:off x="1618783" y="3835076"/>
        <a:ext cx="2500426" cy="10607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EBA84F-EB47-41C9-8EB6-FD7BD465DC30}">
      <dsp:nvSpPr>
        <dsp:cNvPr id="0" name=""/>
        <dsp:cNvSpPr/>
      </dsp:nvSpPr>
      <dsp:spPr>
        <a:xfrm>
          <a:off x="0" y="3853"/>
          <a:ext cx="8674100" cy="82077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5CF98B-F63A-4B96-BA16-957E47676355}">
      <dsp:nvSpPr>
        <dsp:cNvPr id="0" name=""/>
        <dsp:cNvSpPr/>
      </dsp:nvSpPr>
      <dsp:spPr>
        <a:xfrm>
          <a:off x="248284" y="188527"/>
          <a:ext cx="451426" cy="4514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5CEDB7-68B3-4D07-9333-EB1B81244690}">
      <dsp:nvSpPr>
        <dsp:cNvPr id="0" name=""/>
        <dsp:cNvSpPr/>
      </dsp:nvSpPr>
      <dsp:spPr>
        <a:xfrm>
          <a:off x="947996" y="3853"/>
          <a:ext cx="7726103" cy="8207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865" tIns="86865" rIns="86865" bIns="868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Develop and train an ANN and a CNN model for Fashion-MNIST image classification.</a:t>
          </a:r>
        </a:p>
      </dsp:txBody>
      <dsp:txXfrm>
        <a:off x="947996" y="3853"/>
        <a:ext cx="7726103" cy="820775"/>
      </dsp:txXfrm>
    </dsp:sp>
    <dsp:sp modelId="{41394E46-087F-4FD9-83C4-F247866A85E5}">
      <dsp:nvSpPr>
        <dsp:cNvPr id="0" name=""/>
        <dsp:cNvSpPr/>
      </dsp:nvSpPr>
      <dsp:spPr>
        <a:xfrm>
          <a:off x="0" y="1029823"/>
          <a:ext cx="8674100" cy="82077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46A7D1-5BBF-4EC8-BDD7-8DF28A75F944}">
      <dsp:nvSpPr>
        <dsp:cNvPr id="0" name=""/>
        <dsp:cNvSpPr/>
      </dsp:nvSpPr>
      <dsp:spPr>
        <a:xfrm>
          <a:off x="248284" y="1214497"/>
          <a:ext cx="451426" cy="4514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450650-C511-439B-8D0A-BFB861753048}">
      <dsp:nvSpPr>
        <dsp:cNvPr id="0" name=""/>
        <dsp:cNvSpPr/>
      </dsp:nvSpPr>
      <dsp:spPr>
        <a:xfrm>
          <a:off x="947996" y="1029823"/>
          <a:ext cx="7726103" cy="8207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865" tIns="86865" rIns="86865" bIns="868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We will assess model performance using accuracy, loss trends, confusion matrices, and classification metrics.</a:t>
          </a:r>
        </a:p>
      </dsp:txBody>
      <dsp:txXfrm>
        <a:off x="947996" y="1029823"/>
        <a:ext cx="7726103" cy="820775"/>
      </dsp:txXfrm>
    </dsp:sp>
    <dsp:sp modelId="{9880B851-370A-4771-87C2-301265223300}">
      <dsp:nvSpPr>
        <dsp:cNvPr id="0" name=""/>
        <dsp:cNvSpPr/>
      </dsp:nvSpPr>
      <dsp:spPr>
        <a:xfrm>
          <a:off x="0" y="2055793"/>
          <a:ext cx="8674100" cy="82077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A72F6C-5894-4F55-8F46-53E3954F36DF}">
      <dsp:nvSpPr>
        <dsp:cNvPr id="0" name=""/>
        <dsp:cNvSpPr/>
      </dsp:nvSpPr>
      <dsp:spPr>
        <a:xfrm>
          <a:off x="248284" y="2240467"/>
          <a:ext cx="451426" cy="4514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5B4413-9E34-4E6B-9B86-8F3B265418A7}">
      <dsp:nvSpPr>
        <dsp:cNvPr id="0" name=""/>
        <dsp:cNvSpPr/>
      </dsp:nvSpPr>
      <dsp:spPr>
        <a:xfrm>
          <a:off x="947996" y="2055793"/>
          <a:ext cx="7726103" cy="8207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865" tIns="86865" rIns="86865" bIns="868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We will assess model generalization using the validation results and analysis of performance across each class.</a:t>
          </a:r>
        </a:p>
      </dsp:txBody>
      <dsp:txXfrm>
        <a:off x="947996" y="2055793"/>
        <a:ext cx="7726103" cy="820775"/>
      </dsp:txXfrm>
    </dsp:sp>
    <dsp:sp modelId="{5A502D9E-6F4E-431C-BAB7-58FC3C8652B0}">
      <dsp:nvSpPr>
        <dsp:cNvPr id="0" name=""/>
        <dsp:cNvSpPr/>
      </dsp:nvSpPr>
      <dsp:spPr>
        <a:xfrm>
          <a:off x="0" y="3081762"/>
          <a:ext cx="8674100" cy="82077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739738-4C69-49E2-828A-FD01D9E47A26}">
      <dsp:nvSpPr>
        <dsp:cNvPr id="0" name=""/>
        <dsp:cNvSpPr/>
      </dsp:nvSpPr>
      <dsp:spPr>
        <a:xfrm>
          <a:off x="248284" y="3266437"/>
          <a:ext cx="451426" cy="4514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FF7B0D-4512-4A00-89DA-3F4FC67CB434}">
      <dsp:nvSpPr>
        <dsp:cNvPr id="0" name=""/>
        <dsp:cNvSpPr/>
      </dsp:nvSpPr>
      <dsp:spPr>
        <a:xfrm>
          <a:off x="947996" y="3081762"/>
          <a:ext cx="7726103" cy="8207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865" tIns="86865" rIns="86865" bIns="868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We will assess the limitations of the model and we will examine where it tends to misclassify to determine if, and how it is limited.</a:t>
          </a:r>
        </a:p>
      </dsp:txBody>
      <dsp:txXfrm>
        <a:off x="947996" y="3081762"/>
        <a:ext cx="7726103" cy="820775"/>
      </dsp:txXfrm>
    </dsp:sp>
    <dsp:sp modelId="{03A83D87-7354-4251-BFD3-BE52C5020BAB}">
      <dsp:nvSpPr>
        <dsp:cNvPr id="0" name=""/>
        <dsp:cNvSpPr/>
      </dsp:nvSpPr>
      <dsp:spPr>
        <a:xfrm>
          <a:off x="0" y="4107732"/>
          <a:ext cx="8674100" cy="82077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89A8EE-02E4-425D-BEEB-1A5F5ABFB66B}">
      <dsp:nvSpPr>
        <dsp:cNvPr id="0" name=""/>
        <dsp:cNvSpPr/>
      </dsp:nvSpPr>
      <dsp:spPr>
        <a:xfrm>
          <a:off x="248284" y="4292407"/>
          <a:ext cx="451426" cy="45142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E3AD64-6955-4F9A-8847-31D3D854DAC7}">
      <dsp:nvSpPr>
        <dsp:cNvPr id="0" name=""/>
        <dsp:cNvSpPr/>
      </dsp:nvSpPr>
      <dsp:spPr>
        <a:xfrm>
          <a:off x="947996" y="4107732"/>
          <a:ext cx="7726103" cy="8207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865" tIns="86865" rIns="86865" bIns="868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We will provide some suggestions and directions for future research that can assist in maximizing overall accuracy and/or stability.</a:t>
          </a:r>
        </a:p>
      </dsp:txBody>
      <dsp:txXfrm>
        <a:off x="947996" y="4107732"/>
        <a:ext cx="7726103" cy="8207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8E59BB-2383-4EFB-8023-C7CAB9C45E07}">
      <dsp:nvSpPr>
        <dsp:cNvPr id="0" name=""/>
        <dsp:cNvSpPr/>
      </dsp:nvSpPr>
      <dsp:spPr>
        <a:xfrm>
          <a:off x="0" y="2336"/>
          <a:ext cx="431413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14577A4-16F0-4174-B9EF-A790E10D9C00}">
      <dsp:nvSpPr>
        <dsp:cNvPr id="0" name=""/>
        <dsp:cNvSpPr/>
      </dsp:nvSpPr>
      <dsp:spPr>
        <a:xfrm>
          <a:off x="0" y="2336"/>
          <a:ext cx="4314134" cy="796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Fashion-MNIST dataset has 70,000 grayscale images that are 28x28 pixels in size. Each image belongs to one of 10 classes of clothing - Shirt, Dress, Sneaker, Bag, etc.- and is split into training data, 60%, validation data, 20%, and testing data 20%.  </a:t>
          </a:r>
        </a:p>
      </dsp:txBody>
      <dsp:txXfrm>
        <a:off x="0" y="2336"/>
        <a:ext cx="4314134" cy="796669"/>
      </dsp:txXfrm>
    </dsp:sp>
    <dsp:sp modelId="{A3142B44-31F5-4C15-83E4-686DE073EEC6}">
      <dsp:nvSpPr>
        <dsp:cNvPr id="0" name=""/>
        <dsp:cNvSpPr/>
      </dsp:nvSpPr>
      <dsp:spPr>
        <a:xfrm>
          <a:off x="0" y="799005"/>
          <a:ext cx="431413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D332D22-0E17-4BCD-AF9C-39E236BA63F8}">
      <dsp:nvSpPr>
        <dsp:cNvPr id="0" name=""/>
        <dsp:cNvSpPr/>
      </dsp:nvSpPr>
      <dsp:spPr>
        <a:xfrm>
          <a:off x="0" y="799005"/>
          <a:ext cx="4314134" cy="796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There are key steps to be aware of in the preprocessing steps:  </a:t>
          </a:r>
        </a:p>
      </dsp:txBody>
      <dsp:txXfrm>
        <a:off x="0" y="799005"/>
        <a:ext cx="4314134" cy="796669"/>
      </dsp:txXfrm>
    </dsp:sp>
    <dsp:sp modelId="{B12A8AFB-AB17-40B0-B5F6-D0AAFC930D1B}">
      <dsp:nvSpPr>
        <dsp:cNvPr id="0" name=""/>
        <dsp:cNvSpPr/>
      </dsp:nvSpPr>
      <dsp:spPr>
        <a:xfrm>
          <a:off x="0" y="1595674"/>
          <a:ext cx="4314134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A25BFF2-636F-4485-A468-5B63231041C0}">
      <dsp:nvSpPr>
        <dsp:cNvPr id="0" name=""/>
        <dsp:cNvSpPr/>
      </dsp:nvSpPr>
      <dsp:spPr>
        <a:xfrm>
          <a:off x="0" y="1595674"/>
          <a:ext cx="4314134" cy="796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Normalization: The process of tone down the pixel values from 0 - 255 to 0 - 1. This is useful to stabilizing the training.  </a:t>
          </a:r>
        </a:p>
      </dsp:txBody>
      <dsp:txXfrm>
        <a:off x="0" y="1595674"/>
        <a:ext cx="4314134" cy="796669"/>
      </dsp:txXfrm>
    </dsp:sp>
    <dsp:sp modelId="{56BD6C39-B6B3-4A77-934D-C04CBC4B407D}">
      <dsp:nvSpPr>
        <dsp:cNvPr id="0" name=""/>
        <dsp:cNvSpPr/>
      </dsp:nvSpPr>
      <dsp:spPr>
        <a:xfrm>
          <a:off x="0" y="2392343"/>
          <a:ext cx="4314134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EBD9327-80DF-4189-B58F-F69584574EEC}">
      <dsp:nvSpPr>
        <dsp:cNvPr id="0" name=""/>
        <dsp:cNvSpPr/>
      </dsp:nvSpPr>
      <dsp:spPr>
        <a:xfrm>
          <a:off x="0" y="2392343"/>
          <a:ext cx="4314134" cy="796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Reshape: Changing the shape of the images from 28x28 to flat arrays of 784 pixels for input data to the ANN.  </a:t>
          </a:r>
        </a:p>
      </dsp:txBody>
      <dsp:txXfrm>
        <a:off x="0" y="2392343"/>
        <a:ext cx="4314134" cy="796669"/>
      </dsp:txXfrm>
    </dsp:sp>
    <dsp:sp modelId="{AC52186E-5EC3-439E-A02A-11A48FAAE836}">
      <dsp:nvSpPr>
        <dsp:cNvPr id="0" name=""/>
        <dsp:cNvSpPr/>
      </dsp:nvSpPr>
      <dsp:spPr>
        <a:xfrm>
          <a:off x="0" y="3189012"/>
          <a:ext cx="4314134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9DB20BB-2420-4A12-B472-DBF58FF89F7C}">
      <dsp:nvSpPr>
        <dsp:cNvPr id="0" name=""/>
        <dsp:cNvSpPr/>
      </dsp:nvSpPr>
      <dsp:spPr>
        <a:xfrm>
          <a:off x="0" y="3189012"/>
          <a:ext cx="4314134" cy="796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One-hot Encoding: Changing the target labels to one-hot encoding that can be used properly to fit in the model.  </a:t>
          </a:r>
        </a:p>
      </dsp:txBody>
      <dsp:txXfrm>
        <a:off x="0" y="3189012"/>
        <a:ext cx="4314134" cy="796669"/>
      </dsp:txXfrm>
    </dsp:sp>
    <dsp:sp modelId="{7C62306C-7CEB-4645-B691-35B1479DC502}">
      <dsp:nvSpPr>
        <dsp:cNvPr id="0" name=""/>
        <dsp:cNvSpPr/>
      </dsp:nvSpPr>
      <dsp:spPr>
        <a:xfrm>
          <a:off x="0" y="3985681"/>
          <a:ext cx="431413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2AAA0B4-9E9F-4DF8-97C0-77E75413CDC4}">
      <dsp:nvSpPr>
        <dsp:cNvPr id="0" name=""/>
        <dsp:cNvSpPr/>
      </dsp:nvSpPr>
      <dsp:spPr>
        <a:xfrm>
          <a:off x="0" y="3985681"/>
          <a:ext cx="4314134" cy="796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Data Augmentation f you used it with your data, you can add these may be a variable here)   </a:t>
          </a:r>
        </a:p>
      </dsp:txBody>
      <dsp:txXfrm>
        <a:off x="0" y="3985681"/>
        <a:ext cx="4314134" cy="79666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BAF3EC-B772-43BB-A2A0-215A4A0207E5}">
      <dsp:nvSpPr>
        <dsp:cNvPr id="0" name=""/>
        <dsp:cNvSpPr/>
      </dsp:nvSpPr>
      <dsp:spPr>
        <a:xfrm>
          <a:off x="2541" y="449412"/>
          <a:ext cx="2016345" cy="12098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Training Configuration</a:t>
          </a:r>
          <a:endParaRPr lang="en-US" sz="1200" kern="1200"/>
        </a:p>
      </dsp:txBody>
      <dsp:txXfrm>
        <a:off x="2541" y="449412"/>
        <a:ext cx="2016345" cy="1209807"/>
      </dsp:txXfrm>
    </dsp:sp>
    <dsp:sp modelId="{E31A7D12-C386-413F-8420-224D8A45F122}">
      <dsp:nvSpPr>
        <dsp:cNvPr id="0" name=""/>
        <dsp:cNvSpPr/>
      </dsp:nvSpPr>
      <dsp:spPr>
        <a:xfrm>
          <a:off x="2220521" y="449412"/>
          <a:ext cx="2016345" cy="12098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models were trained for 25 epochs with a batch size of 64 to ensure efficient learning and stable 	convergence.</a:t>
          </a:r>
        </a:p>
      </dsp:txBody>
      <dsp:txXfrm>
        <a:off x="2220521" y="449412"/>
        <a:ext cx="2016345" cy="1209807"/>
      </dsp:txXfrm>
    </dsp:sp>
    <dsp:sp modelId="{CDC096B8-822D-4CEB-94E6-C1AA1308592D}">
      <dsp:nvSpPr>
        <dsp:cNvPr id="0" name=""/>
        <dsp:cNvSpPr/>
      </dsp:nvSpPr>
      <dsp:spPr>
        <a:xfrm>
          <a:off x="4438502" y="449412"/>
          <a:ext cx="2016345" cy="12098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Adam optimizer was used due to its adaptive learning capability and faster convergence.</a:t>
          </a:r>
        </a:p>
      </dsp:txBody>
      <dsp:txXfrm>
        <a:off x="4438502" y="449412"/>
        <a:ext cx="2016345" cy="1209807"/>
      </dsp:txXfrm>
    </dsp:sp>
    <dsp:sp modelId="{5377D838-86A4-42E4-8B23-3E8A844B0692}">
      <dsp:nvSpPr>
        <dsp:cNvPr id="0" name=""/>
        <dsp:cNvSpPr/>
      </dsp:nvSpPr>
      <dsp:spPr>
        <a:xfrm>
          <a:off x="6656482" y="449412"/>
          <a:ext cx="2016345" cy="12098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 learning rate of 0.001 was used, along with a Learning Rate Scheduler to gradually reduce the learning rate 	and improve model performance.</a:t>
          </a:r>
        </a:p>
      </dsp:txBody>
      <dsp:txXfrm>
        <a:off x="6656482" y="449412"/>
        <a:ext cx="2016345" cy="1209807"/>
      </dsp:txXfrm>
    </dsp:sp>
    <dsp:sp modelId="{5F0285F6-C769-4EF8-AD2A-49AC88994CB5}">
      <dsp:nvSpPr>
        <dsp:cNvPr id="0" name=""/>
        <dsp:cNvSpPr/>
      </dsp:nvSpPr>
      <dsp:spPr>
        <a:xfrm>
          <a:off x="2541" y="1860854"/>
          <a:ext cx="2016345" cy="12098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Categorical Cross-Entropy loss function was used as it is suitable for multi-class classification problems.</a:t>
          </a:r>
        </a:p>
      </dsp:txBody>
      <dsp:txXfrm>
        <a:off x="2541" y="1860854"/>
        <a:ext cx="2016345" cy="1209807"/>
      </dsp:txXfrm>
    </dsp:sp>
    <dsp:sp modelId="{3997CA1F-307B-4F20-BEE4-DFFC5EF3AF9F}">
      <dsp:nvSpPr>
        <dsp:cNvPr id="0" name=""/>
        <dsp:cNvSpPr/>
      </dsp:nvSpPr>
      <dsp:spPr>
        <a:xfrm>
          <a:off x="2220521" y="1860854"/>
          <a:ext cx="2016345" cy="12098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Early Stopping was implemented to prevent overfitting by stopping training when no improvement was 	observed.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/>
            <a:t>Evaluation Strategy</a:t>
          </a:r>
          <a:endParaRPr lang="en-US" sz="900" kern="1200"/>
        </a:p>
      </dsp:txBody>
      <dsp:txXfrm>
        <a:off x="2220521" y="1860854"/>
        <a:ext cx="2016345" cy="1209807"/>
      </dsp:txXfrm>
    </dsp:sp>
    <dsp:sp modelId="{32D62C2F-17FB-44C5-9403-5223D1152494}">
      <dsp:nvSpPr>
        <dsp:cNvPr id="0" name=""/>
        <dsp:cNvSpPr/>
      </dsp:nvSpPr>
      <dsp:spPr>
        <a:xfrm>
          <a:off x="4438502" y="1860854"/>
          <a:ext cx="2016345" cy="12098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Model performance was evaluated using Accuracy and Loss curves for both training and validation sets.</a:t>
          </a:r>
        </a:p>
      </dsp:txBody>
      <dsp:txXfrm>
        <a:off x="4438502" y="1860854"/>
        <a:ext cx="2016345" cy="1209807"/>
      </dsp:txXfrm>
    </dsp:sp>
    <dsp:sp modelId="{5C695DC8-1352-480B-8E9B-B35719E612A3}">
      <dsp:nvSpPr>
        <dsp:cNvPr id="0" name=""/>
        <dsp:cNvSpPr/>
      </dsp:nvSpPr>
      <dsp:spPr>
        <a:xfrm>
          <a:off x="6656482" y="1860854"/>
          <a:ext cx="2016345" cy="12098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Confusion Matrix was used to analyze the classification performance of each class.</a:t>
          </a:r>
        </a:p>
      </dsp:txBody>
      <dsp:txXfrm>
        <a:off x="6656482" y="1860854"/>
        <a:ext cx="2016345" cy="1209807"/>
      </dsp:txXfrm>
    </dsp:sp>
    <dsp:sp modelId="{C8BDCB3B-6524-4DCE-A294-FBC1034BFD17}">
      <dsp:nvSpPr>
        <dsp:cNvPr id="0" name=""/>
        <dsp:cNvSpPr/>
      </dsp:nvSpPr>
      <dsp:spPr>
        <a:xfrm>
          <a:off x="2220521" y="3272296"/>
          <a:ext cx="2016345" cy="12098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Precision, Recall, and F1-Score were computed to provide a detailed performance comparison.</a:t>
          </a:r>
        </a:p>
      </dsp:txBody>
      <dsp:txXfrm>
        <a:off x="2220521" y="3272296"/>
        <a:ext cx="2016345" cy="1209807"/>
      </dsp:txXfrm>
    </dsp:sp>
    <dsp:sp modelId="{75DA3830-E176-451C-8875-739BA5FD1A3F}">
      <dsp:nvSpPr>
        <dsp:cNvPr id="0" name=""/>
        <dsp:cNvSpPr/>
      </dsp:nvSpPr>
      <dsp:spPr>
        <a:xfrm>
          <a:off x="4438502" y="3272296"/>
          <a:ext cx="2016345" cy="12098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Class-wise Performance Analysis was performed to identify strengths and misclass</a:t>
          </a:r>
        </a:p>
      </dsp:txBody>
      <dsp:txXfrm>
        <a:off x="4438502" y="3272296"/>
        <a:ext cx="2016345" cy="120980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AF79FF-4B77-4A56-96C0-45292A02CA04}">
      <dsp:nvSpPr>
        <dsp:cNvPr id="0" name=""/>
        <dsp:cNvSpPr/>
      </dsp:nvSpPr>
      <dsp:spPr>
        <a:xfrm>
          <a:off x="0" y="5890"/>
          <a:ext cx="5552237" cy="70566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8DA776-7DD0-414C-B371-B2B4C19E21DA}">
      <dsp:nvSpPr>
        <dsp:cNvPr id="0" name=""/>
        <dsp:cNvSpPr/>
      </dsp:nvSpPr>
      <dsp:spPr>
        <a:xfrm>
          <a:off x="213463" y="164665"/>
          <a:ext cx="388495" cy="3881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439506-41B7-48F1-8083-047851B60287}">
      <dsp:nvSpPr>
        <dsp:cNvPr id="0" name=""/>
        <dsp:cNvSpPr/>
      </dsp:nvSpPr>
      <dsp:spPr>
        <a:xfrm>
          <a:off x="815423" y="5890"/>
          <a:ext cx="4699974" cy="771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85" tIns="81685" rIns="81685" bIns="8168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results of this classification showed that CNN had better performance than ANN because it was able to learn spatial characteristics better.</a:t>
          </a:r>
        </a:p>
      </dsp:txBody>
      <dsp:txXfrm>
        <a:off x="815423" y="5890"/>
        <a:ext cx="4699974" cy="771822"/>
      </dsp:txXfrm>
    </dsp:sp>
    <dsp:sp modelId="{3202F14F-CA5C-41ED-A194-095EC61492B5}">
      <dsp:nvSpPr>
        <dsp:cNvPr id="0" name=""/>
        <dsp:cNvSpPr/>
      </dsp:nvSpPr>
      <dsp:spPr>
        <a:xfrm>
          <a:off x="0" y="970668"/>
          <a:ext cx="5552237" cy="70566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DA61B8-E31A-4473-9224-61E00008008A}">
      <dsp:nvSpPr>
        <dsp:cNvPr id="0" name=""/>
        <dsp:cNvSpPr/>
      </dsp:nvSpPr>
      <dsp:spPr>
        <a:xfrm>
          <a:off x="213463" y="1129443"/>
          <a:ext cx="388495" cy="3881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5B572F-F492-4D6C-8BAB-06A84D73D97A}">
      <dsp:nvSpPr>
        <dsp:cNvPr id="0" name=""/>
        <dsp:cNvSpPr/>
      </dsp:nvSpPr>
      <dsp:spPr>
        <a:xfrm>
          <a:off x="815423" y="970668"/>
          <a:ext cx="4699974" cy="771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85" tIns="81685" rIns="81685" bIns="8168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Evaluation also proved that it is not enough to just compare accuracy, but that we must also look at precision, recall, and F1-score for a true sense of performance.</a:t>
          </a:r>
        </a:p>
      </dsp:txBody>
      <dsp:txXfrm>
        <a:off x="815423" y="970668"/>
        <a:ext cx="4699974" cy="771822"/>
      </dsp:txXfrm>
    </dsp:sp>
    <dsp:sp modelId="{B750FF42-7ED8-49FA-8D5E-0993FBAFF8B4}">
      <dsp:nvSpPr>
        <dsp:cNvPr id="0" name=""/>
        <dsp:cNvSpPr/>
      </dsp:nvSpPr>
      <dsp:spPr>
        <a:xfrm>
          <a:off x="0" y="1935445"/>
          <a:ext cx="5552237" cy="70566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C225DE-261F-41A2-8600-EF9432185D40}">
      <dsp:nvSpPr>
        <dsp:cNvPr id="0" name=""/>
        <dsp:cNvSpPr/>
      </dsp:nvSpPr>
      <dsp:spPr>
        <a:xfrm>
          <a:off x="213463" y="2094220"/>
          <a:ext cx="388495" cy="38811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F3A40B-C965-47AC-AE6A-78F68A584E19}">
      <dsp:nvSpPr>
        <dsp:cNvPr id="0" name=""/>
        <dsp:cNvSpPr/>
      </dsp:nvSpPr>
      <dsp:spPr>
        <a:xfrm>
          <a:off x="815423" y="1935445"/>
          <a:ext cx="4699974" cy="771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85" tIns="81685" rIns="81685" bIns="8168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We also improved our models using dropout, LR scheduling, and augmentation, which saw better results on our models while also reducing overfitting.</a:t>
          </a:r>
        </a:p>
      </dsp:txBody>
      <dsp:txXfrm>
        <a:off x="815423" y="1935445"/>
        <a:ext cx="4699974" cy="771822"/>
      </dsp:txXfrm>
    </dsp:sp>
    <dsp:sp modelId="{93ADDBD8-6D5C-4FBC-94F1-57B083DD48C4}">
      <dsp:nvSpPr>
        <dsp:cNvPr id="0" name=""/>
        <dsp:cNvSpPr/>
      </dsp:nvSpPr>
      <dsp:spPr>
        <a:xfrm>
          <a:off x="0" y="2900223"/>
          <a:ext cx="5552237" cy="70566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AC61A4-6030-4CAE-B429-14646359978E}">
      <dsp:nvSpPr>
        <dsp:cNvPr id="0" name=""/>
        <dsp:cNvSpPr/>
      </dsp:nvSpPr>
      <dsp:spPr>
        <a:xfrm>
          <a:off x="213463" y="3058998"/>
          <a:ext cx="388495" cy="38811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701D6F-2D25-4198-B9D9-C5954C7A07FD}">
      <dsp:nvSpPr>
        <dsp:cNvPr id="0" name=""/>
        <dsp:cNvSpPr/>
      </dsp:nvSpPr>
      <dsp:spPr>
        <a:xfrm>
          <a:off x="815423" y="2900223"/>
          <a:ext cx="4699974" cy="771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85" tIns="81685" rIns="81685" bIns="8168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For future work, we want to try Transfer Learning, and deep CNN architecture like ResNet and MobileNet.</a:t>
          </a:r>
        </a:p>
      </dsp:txBody>
      <dsp:txXfrm>
        <a:off x="815423" y="2900223"/>
        <a:ext cx="4699974" cy="771822"/>
      </dsp:txXfrm>
    </dsp:sp>
    <dsp:sp modelId="{EE9753A9-6F8F-4A2C-99DD-E8D958C546A1}">
      <dsp:nvSpPr>
        <dsp:cNvPr id="0" name=""/>
        <dsp:cNvSpPr/>
      </dsp:nvSpPr>
      <dsp:spPr>
        <a:xfrm>
          <a:off x="0" y="3865001"/>
          <a:ext cx="5552237" cy="70566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A56F9F-BD1C-4C6A-90E2-2DD0F14E6855}">
      <dsp:nvSpPr>
        <dsp:cNvPr id="0" name=""/>
        <dsp:cNvSpPr/>
      </dsp:nvSpPr>
      <dsp:spPr>
        <a:xfrm>
          <a:off x="213463" y="4023776"/>
          <a:ext cx="388495" cy="38811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DCCFA8-9295-4CFC-9C0F-1870704428AC}">
      <dsp:nvSpPr>
        <dsp:cNvPr id="0" name=""/>
        <dsp:cNvSpPr/>
      </dsp:nvSpPr>
      <dsp:spPr>
        <a:xfrm>
          <a:off x="815423" y="3865001"/>
          <a:ext cx="4699974" cy="771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85" tIns="81685" rIns="81685" bIns="8168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We could also see accuracy increases by introducing an Ensemble of multiple CNNs or maybe even a Vision Transformer.</a:t>
          </a:r>
        </a:p>
      </dsp:txBody>
      <dsp:txXfrm>
        <a:off x="815423" y="3865001"/>
        <a:ext cx="4699974" cy="7718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7765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3106"/>
            </a:lvl1pPr>
            <a:lvl2pPr marL="591663" indent="0" algn="ctr">
              <a:buNone/>
              <a:defRPr sz="2588"/>
            </a:lvl2pPr>
            <a:lvl3pPr marL="1183325" indent="0" algn="ctr">
              <a:buNone/>
              <a:defRPr sz="2329"/>
            </a:lvl3pPr>
            <a:lvl4pPr marL="1774988" indent="0" algn="ctr">
              <a:buNone/>
              <a:defRPr sz="2071"/>
            </a:lvl4pPr>
            <a:lvl5pPr marL="2366650" indent="0" algn="ctr">
              <a:buNone/>
              <a:defRPr sz="2071"/>
            </a:lvl5pPr>
            <a:lvl6pPr marL="2958313" indent="0" algn="ctr">
              <a:buNone/>
              <a:defRPr sz="2071"/>
            </a:lvl6pPr>
            <a:lvl7pPr marL="3549975" indent="0" algn="ctr">
              <a:buNone/>
              <a:defRPr sz="2071"/>
            </a:lvl7pPr>
            <a:lvl8pPr marL="4141638" indent="0" algn="ctr">
              <a:buNone/>
              <a:defRPr sz="2071"/>
            </a:lvl8pPr>
            <a:lvl9pPr marL="4733300" indent="0" algn="ctr">
              <a:buNone/>
              <a:defRPr sz="2071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3430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58576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7765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3106">
                <a:solidFill>
                  <a:schemeClr val="tx1"/>
                </a:solidFill>
              </a:defRPr>
            </a:lvl1pPr>
            <a:lvl2pPr marL="591663" indent="0">
              <a:buNone/>
              <a:defRPr sz="2588">
                <a:solidFill>
                  <a:schemeClr val="tx1">
                    <a:tint val="75000"/>
                  </a:schemeClr>
                </a:solidFill>
              </a:defRPr>
            </a:lvl2pPr>
            <a:lvl3pPr marL="1183325" indent="0">
              <a:buNone/>
              <a:defRPr sz="2329">
                <a:solidFill>
                  <a:schemeClr val="tx1">
                    <a:tint val="75000"/>
                  </a:schemeClr>
                </a:solidFill>
              </a:defRPr>
            </a:lvl3pPr>
            <a:lvl4pPr marL="1774988" indent="0">
              <a:buNone/>
              <a:defRPr sz="2071">
                <a:solidFill>
                  <a:schemeClr val="tx1">
                    <a:tint val="75000"/>
                  </a:schemeClr>
                </a:solidFill>
              </a:defRPr>
            </a:lvl4pPr>
            <a:lvl5pPr marL="2366650" indent="0">
              <a:buNone/>
              <a:defRPr sz="2071">
                <a:solidFill>
                  <a:schemeClr val="tx1">
                    <a:tint val="75000"/>
                  </a:schemeClr>
                </a:solidFill>
              </a:defRPr>
            </a:lvl5pPr>
            <a:lvl6pPr marL="2958313" indent="0">
              <a:buNone/>
              <a:defRPr sz="2071">
                <a:solidFill>
                  <a:schemeClr val="tx1">
                    <a:tint val="75000"/>
                  </a:schemeClr>
                </a:solidFill>
              </a:defRPr>
            </a:lvl6pPr>
            <a:lvl7pPr marL="3549975" indent="0">
              <a:buNone/>
              <a:defRPr sz="2071">
                <a:solidFill>
                  <a:schemeClr val="tx1">
                    <a:tint val="75000"/>
                  </a:schemeClr>
                </a:solidFill>
              </a:defRPr>
            </a:lvl7pPr>
            <a:lvl8pPr marL="4141638" indent="0">
              <a:buNone/>
              <a:defRPr sz="2071">
                <a:solidFill>
                  <a:schemeClr val="tx1">
                    <a:tint val="75000"/>
                  </a:schemeClr>
                </a:solidFill>
              </a:defRPr>
            </a:lvl8pPr>
            <a:lvl9pPr marL="4733300" indent="0">
              <a:buNone/>
              <a:defRPr sz="20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00266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71735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3106" b="1"/>
            </a:lvl1pPr>
            <a:lvl2pPr marL="591663" indent="0">
              <a:buNone/>
              <a:defRPr sz="2588" b="1"/>
            </a:lvl2pPr>
            <a:lvl3pPr marL="1183325" indent="0">
              <a:buNone/>
              <a:defRPr sz="2329" b="1"/>
            </a:lvl3pPr>
            <a:lvl4pPr marL="1774988" indent="0">
              <a:buNone/>
              <a:defRPr sz="2071" b="1"/>
            </a:lvl4pPr>
            <a:lvl5pPr marL="2366650" indent="0">
              <a:buNone/>
              <a:defRPr sz="2071" b="1"/>
            </a:lvl5pPr>
            <a:lvl6pPr marL="2958313" indent="0">
              <a:buNone/>
              <a:defRPr sz="2071" b="1"/>
            </a:lvl6pPr>
            <a:lvl7pPr marL="3549975" indent="0">
              <a:buNone/>
              <a:defRPr sz="2071" b="1"/>
            </a:lvl7pPr>
            <a:lvl8pPr marL="4141638" indent="0">
              <a:buNone/>
              <a:defRPr sz="2071" b="1"/>
            </a:lvl8pPr>
            <a:lvl9pPr marL="4733300" indent="0">
              <a:buNone/>
              <a:defRPr sz="2071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3106" b="1"/>
            </a:lvl1pPr>
            <a:lvl2pPr marL="591663" indent="0">
              <a:buNone/>
              <a:defRPr sz="2588" b="1"/>
            </a:lvl2pPr>
            <a:lvl3pPr marL="1183325" indent="0">
              <a:buNone/>
              <a:defRPr sz="2329" b="1"/>
            </a:lvl3pPr>
            <a:lvl4pPr marL="1774988" indent="0">
              <a:buNone/>
              <a:defRPr sz="2071" b="1"/>
            </a:lvl4pPr>
            <a:lvl5pPr marL="2366650" indent="0">
              <a:buNone/>
              <a:defRPr sz="2071" b="1"/>
            </a:lvl5pPr>
            <a:lvl6pPr marL="2958313" indent="0">
              <a:buNone/>
              <a:defRPr sz="2071" b="1"/>
            </a:lvl6pPr>
            <a:lvl7pPr marL="3549975" indent="0">
              <a:buNone/>
              <a:defRPr sz="2071" b="1"/>
            </a:lvl7pPr>
            <a:lvl8pPr marL="4141638" indent="0">
              <a:buNone/>
              <a:defRPr sz="2071" b="1"/>
            </a:lvl8pPr>
            <a:lvl9pPr marL="4733300" indent="0">
              <a:buNone/>
              <a:defRPr sz="2071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07656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65315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67164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414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4141"/>
            </a:lvl1pPr>
            <a:lvl2pPr>
              <a:defRPr sz="3623"/>
            </a:lvl2pPr>
            <a:lvl3pPr>
              <a:defRPr sz="3106"/>
            </a:lvl3pPr>
            <a:lvl4pPr>
              <a:defRPr sz="2588"/>
            </a:lvl4pPr>
            <a:lvl5pPr>
              <a:defRPr sz="2588"/>
            </a:lvl5pPr>
            <a:lvl6pPr>
              <a:defRPr sz="2588"/>
            </a:lvl6pPr>
            <a:lvl7pPr>
              <a:defRPr sz="2588"/>
            </a:lvl7pPr>
            <a:lvl8pPr>
              <a:defRPr sz="2588"/>
            </a:lvl8pPr>
            <a:lvl9pPr>
              <a:defRPr sz="2588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2071"/>
            </a:lvl1pPr>
            <a:lvl2pPr marL="591663" indent="0">
              <a:buNone/>
              <a:defRPr sz="1812"/>
            </a:lvl2pPr>
            <a:lvl3pPr marL="1183325" indent="0">
              <a:buNone/>
              <a:defRPr sz="1553"/>
            </a:lvl3pPr>
            <a:lvl4pPr marL="1774988" indent="0">
              <a:buNone/>
              <a:defRPr sz="1294"/>
            </a:lvl4pPr>
            <a:lvl5pPr marL="2366650" indent="0">
              <a:buNone/>
              <a:defRPr sz="1294"/>
            </a:lvl5pPr>
            <a:lvl6pPr marL="2958313" indent="0">
              <a:buNone/>
              <a:defRPr sz="1294"/>
            </a:lvl6pPr>
            <a:lvl7pPr marL="3549975" indent="0">
              <a:buNone/>
              <a:defRPr sz="1294"/>
            </a:lvl7pPr>
            <a:lvl8pPr marL="4141638" indent="0">
              <a:buNone/>
              <a:defRPr sz="1294"/>
            </a:lvl8pPr>
            <a:lvl9pPr marL="4733300" indent="0">
              <a:buNone/>
              <a:defRPr sz="1294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2069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414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4141"/>
            </a:lvl1pPr>
            <a:lvl2pPr marL="591663" indent="0">
              <a:buNone/>
              <a:defRPr sz="3623"/>
            </a:lvl2pPr>
            <a:lvl3pPr marL="1183325" indent="0">
              <a:buNone/>
              <a:defRPr sz="3106"/>
            </a:lvl3pPr>
            <a:lvl4pPr marL="1774988" indent="0">
              <a:buNone/>
              <a:defRPr sz="2588"/>
            </a:lvl4pPr>
            <a:lvl5pPr marL="2366650" indent="0">
              <a:buNone/>
              <a:defRPr sz="2588"/>
            </a:lvl5pPr>
            <a:lvl6pPr marL="2958313" indent="0">
              <a:buNone/>
              <a:defRPr sz="2588"/>
            </a:lvl6pPr>
            <a:lvl7pPr marL="3549975" indent="0">
              <a:buNone/>
              <a:defRPr sz="2588"/>
            </a:lvl7pPr>
            <a:lvl8pPr marL="4141638" indent="0">
              <a:buNone/>
              <a:defRPr sz="2588"/>
            </a:lvl8pPr>
            <a:lvl9pPr marL="4733300" indent="0">
              <a:buNone/>
              <a:defRPr sz="2588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2071"/>
            </a:lvl1pPr>
            <a:lvl2pPr marL="591663" indent="0">
              <a:buNone/>
              <a:defRPr sz="1812"/>
            </a:lvl2pPr>
            <a:lvl3pPr marL="1183325" indent="0">
              <a:buNone/>
              <a:defRPr sz="1553"/>
            </a:lvl3pPr>
            <a:lvl4pPr marL="1774988" indent="0">
              <a:buNone/>
              <a:defRPr sz="1294"/>
            </a:lvl4pPr>
            <a:lvl5pPr marL="2366650" indent="0">
              <a:buNone/>
              <a:defRPr sz="1294"/>
            </a:lvl5pPr>
            <a:lvl6pPr marL="2958313" indent="0">
              <a:buNone/>
              <a:defRPr sz="1294"/>
            </a:lvl6pPr>
            <a:lvl7pPr marL="3549975" indent="0">
              <a:buNone/>
              <a:defRPr sz="1294"/>
            </a:lvl7pPr>
            <a:lvl8pPr marL="4141638" indent="0">
              <a:buNone/>
              <a:defRPr sz="1294"/>
            </a:lvl8pPr>
            <a:lvl9pPr marL="4733300" indent="0">
              <a:buNone/>
              <a:defRPr sz="1294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9699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26381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75379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10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400" cy="777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ight Triangle 75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075794" y="3780649"/>
            <a:ext cx="2715768" cy="362712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463" y="706378"/>
            <a:ext cx="8996669" cy="6355599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060323" y="1143525"/>
            <a:ext cx="7615914" cy="40143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12700" marR="5080" indent="-5080" algn="l"/>
            <a:r>
              <a:rPr lang="en-US" sz="5300" kern="1200" spc="-220">
                <a:latin typeface="Arial"/>
                <a:cs typeface="Arial"/>
              </a:rPr>
              <a:t>A</a:t>
            </a:r>
            <a:r>
              <a:rPr lang="en-US" sz="5300" kern="1200" spc="-45">
                <a:latin typeface="Arial"/>
                <a:cs typeface="Arial"/>
              </a:rPr>
              <a:t> </a:t>
            </a:r>
            <a:r>
              <a:rPr lang="en-US" sz="5300" kern="1200" spc="-65">
                <a:latin typeface="Arial"/>
                <a:cs typeface="Arial"/>
              </a:rPr>
              <a:t>Clear</a:t>
            </a:r>
            <a:r>
              <a:rPr lang="en-US" sz="5300" kern="1200" spc="-145">
                <a:latin typeface="Arial"/>
                <a:cs typeface="Arial"/>
              </a:rPr>
              <a:t> </a:t>
            </a:r>
            <a:r>
              <a:rPr lang="en-US" sz="5300" kern="1200" spc="-114">
                <a:latin typeface="Arial"/>
                <a:cs typeface="Arial"/>
              </a:rPr>
              <a:t>and Practical</a:t>
            </a:r>
            <a:r>
              <a:rPr lang="en-US" sz="5300" kern="1200" spc="-120">
                <a:latin typeface="Arial"/>
                <a:cs typeface="Arial"/>
              </a:rPr>
              <a:t> </a:t>
            </a:r>
            <a:r>
              <a:rPr lang="en-US" sz="5300" kern="1200" spc="-10">
                <a:latin typeface="Arial"/>
                <a:cs typeface="Arial"/>
              </a:rPr>
              <a:t>Hybrid </a:t>
            </a:r>
            <a:r>
              <a:rPr lang="en-US" sz="5300" kern="1200" spc="-80">
                <a:latin typeface="Arial"/>
                <a:cs typeface="Arial"/>
              </a:rPr>
              <a:t>Deep</a:t>
            </a:r>
            <a:r>
              <a:rPr lang="en-US" sz="5300" kern="1200" spc="-125">
                <a:latin typeface="Arial"/>
                <a:cs typeface="Arial"/>
              </a:rPr>
              <a:t> </a:t>
            </a:r>
            <a:r>
              <a:rPr lang="en-US" sz="5300" kern="1200" spc="-105">
                <a:latin typeface="Arial"/>
                <a:cs typeface="Arial"/>
              </a:rPr>
              <a:t>Learning</a:t>
            </a:r>
            <a:r>
              <a:rPr lang="en-US" sz="5300" kern="1200" spc="-145">
                <a:latin typeface="Arial"/>
                <a:cs typeface="Arial"/>
              </a:rPr>
              <a:t> </a:t>
            </a:r>
            <a:r>
              <a:rPr lang="en-US" sz="5300" kern="1200" spc="-114">
                <a:latin typeface="Arial"/>
                <a:cs typeface="Arial"/>
              </a:rPr>
              <a:t>Model </a:t>
            </a:r>
            <a:r>
              <a:rPr lang="en-US" sz="5300" kern="1200" spc="-110">
                <a:latin typeface="Arial"/>
                <a:cs typeface="Arial"/>
              </a:rPr>
              <a:t>for</a:t>
            </a:r>
            <a:r>
              <a:rPr lang="en-US" sz="5300" kern="1200" spc="-135">
                <a:latin typeface="Arial"/>
                <a:cs typeface="Arial"/>
              </a:rPr>
              <a:t> </a:t>
            </a:r>
            <a:r>
              <a:rPr lang="en-US" sz="5300" kern="1200" spc="-75">
                <a:latin typeface="Arial"/>
                <a:cs typeface="Arial"/>
              </a:rPr>
              <a:t>Fashion </a:t>
            </a:r>
            <a:r>
              <a:rPr lang="en-US" sz="5300" kern="1200" spc="-105">
                <a:latin typeface="Arial"/>
                <a:cs typeface="Arial"/>
              </a:rPr>
              <a:t>Image</a:t>
            </a:r>
            <a:r>
              <a:rPr lang="en-US" sz="5300" kern="1200" spc="-140">
                <a:latin typeface="Arial"/>
                <a:cs typeface="Arial"/>
              </a:rPr>
              <a:t> </a:t>
            </a:r>
            <a:r>
              <a:rPr lang="en-US" sz="5300" kern="1200" spc="-35">
                <a:latin typeface="Arial"/>
                <a:cs typeface="Arial"/>
              </a:rPr>
              <a:t>Classification</a:t>
            </a:r>
            <a:endParaRPr lang="en-US" sz="5300" kern="1200">
              <a:latin typeface="Arial"/>
              <a:cs typeface="Arial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8E3702F-45D2-65E5-092E-FC19555DA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0323" y="5193855"/>
            <a:ext cx="5884177" cy="14876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200" dirty="0">
                <a:latin typeface="Arial"/>
                <a:cs typeface="Arial"/>
              </a:rPr>
              <a:t> PRESENTED BY:CHIRRABOYINA VENKATA PHANISAI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200" dirty="0">
                <a:latin typeface="Arial"/>
                <a:cs typeface="Arial"/>
              </a:rPr>
              <a:t> STUDENT ID:P2897818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200" dirty="0">
                <a:latin typeface="Arial"/>
                <a:cs typeface="Arial"/>
              </a:rPr>
              <a:t>MOUDLE NAME:ARTIFICAL NEURALNETWORKS&amp;NLP</a:t>
            </a:r>
          </a:p>
          <a:p>
            <a:pPr indent="-228600" algn="l">
              <a:buChar char="•"/>
            </a:pPr>
            <a:r>
              <a:rPr lang="en-US" sz="1200" dirty="0">
                <a:latin typeface="Arial"/>
                <a:cs typeface="Arial"/>
              </a:rPr>
              <a:t>     MODULE CODE: CSIP5103</a:t>
            </a:r>
          </a:p>
          <a:p>
            <a:pPr algn="l"/>
            <a:r>
              <a:rPr lang="en-US" sz="1200" dirty="0">
                <a:latin typeface="Arial"/>
                <a:cs typeface="Arial"/>
              </a:rPr>
              <a:t>         De Montfort University</a:t>
            </a:r>
            <a:endParaRPr lang="en-US" sz="1200" dirty="0"/>
          </a:p>
          <a:p>
            <a:pPr algn="l"/>
            <a:endParaRPr lang="en-US" sz="1200">
              <a:latin typeface="Arial"/>
              <a:ea typeface="Calibri" panose="020F0502020204030204"/>
              <a:cs typeface="Arial"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200">
              <a:latin typeface="Arial"/>
              <a:ea typeface="Calibri" panose="020F0502020204030204"/>
              <a:cs typeface="Arial"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200">
              <a:latin typeface="Arial"/>
              <a:ea typeface="Calibri" panose="020F0502020204030204"/>
              <a:cs typeface="Arial"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20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17FBE-BA41-2C02-4446-2C1E03687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/>
              <a:t>INTRODUCTION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CD1D2C37-76F7-5048-B433-2B02D69FB6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9689933"/>
              </p:ext>
            </p:extLst>
          </p:nvPr>
        </p:nvGraphicFramePr>
        <p:xfrm>
          <a:off x="692150" y="1945337"/>
          <a:ext cx="8674100" cy="4932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8C485-727F-5942-8A0C-6DB0D8FA2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E3AAA5-0056-47D7-B8E8-F7E78D4758FD}" type="datetime1">
              <a:pPr>
                <a:spcAft>
                  <a:spcPts val="600"/>
                </a:spcAft>
              </a:pPr>
              <a:t>11/4/2025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90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1C551-108F-FE7F-49BB-BC4AF0214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/>
              <a:t>objectives</a:t>
            </a:r>
            <a:endParaRPr lang="en-US" dirty="0"/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442E03B2-5AEF-8314-2C9B-3FCD24F982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8919293"/>
              </p:ext>
            </p:extLst>
          </p:nvPr>
        </p:nvGraphicFramePr>
        <p:xfrm>
          <a:off x="692150" y="2068513"/>
          <a:ext cx="8674100" cy="4932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D89BE-FD45-09A5-FEB9-6CF4BE270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B2E5C9E-741D-4047-B53E-22785E46AEA6}" type="datetime1">
              <a:rPr lang="en-US"/>
              <a:pPr>
                <a:spcAft>
                  <a:spcPts val="600"/>
                </a:spcAft>
              </a:pPr>
              <a:t>11/4/2025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43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487" y="396888"/>
            <a:ext cx="3833696" cy="18411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12065"/>
            <a:r>
              <a:rPr lang="en-US" sz="3900" spc="-125"/>
              <a:t>Dataset</a:t>
            </a:r>
            <a:r>
              <a:rPr lang="en-US" sz="3900" spc="-65"/>
              <a:t> </a:t>
            </a:r>
            <a:r>
              <a:rPr lang="en-US" sz="3900" spc="-100"/>
              <a:t>Overview</a:t>
            </a:r>
          </a:p>
        </p:txBody>
      </p:sp>
      <p:sp>
        <p:nvSpPr>
          <p:cNvPr id="19" name="Date Placeholder 4">
            <a:extLst>
              <a:ext uri="{FF2B5EF4-FFF2-40B4-BE49-F238E27FC236}">
                <a16:creationId xmlns:a16="http://schemas.microsoft.com/office/drawing/2014/main" id="{5A06EB2E-16B4-F422-B6D2-96A364216E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486" y="7203863"/>
            <a:ext cx="2326169" cy="4138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>
              <a:spcAft>
                <a:spcPts val="600"/>
              </a:spcAft>
              <a:defRPr/>
            </a:pPr>
            <a:fld id="{E8572587-3DBB-4276-9B4F-F3DDE5B766E2}" type="datetime1">
              <a:rPr lang="en-US" sz="1200" kern="1200">
                <a:solidFill>
                  <a:schemeClr val="tx1"/>
                </a:solidFill>
                <a:latin typeface="Calibri" panose="020F0502020204030204"/>
                <a:ea typeface="+mn-ea"/>
                <a:cs typeface="+mn-cs"/>
              </a:rPr>
              <a:pPr rtl="0">
                <a:spcAft>
                  <a:spcPts val="600"/>
                </a:spcAft>
                <a:defRPr/>
              </a:pPr>
              <a:t>11/4/2025</a:t>
            </a:fld>
            <a:endParaRPr lang="en-US" sz="1200" kern="1200">
              <a:solidFill>
                <a:schemeClr val="tx1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rcRect l="27995" r="27782" b="-3"/>
          <a:stretch>
            <a:fillRect/>
          </a:stretch>
        </p:blipFill>
        <p:spPr>
          <a:xfrm>
            <a:off x="5029200" y="1946179"/>
            <a:ext cx="5028671" cy="3664486"/>
          </a:xfrm>
          <a:prstGeom prst="rect">
            <a:avLst/>
          </a:prstGeom>
          <a:noFill/>
        </p:spPr>
      </p:pic>
      <p:graphicFrame>
        <p:nvGraphicFramePr>
          <p:cNvPr id="23" name="object 3">
            <a:extLst>
              <a:ext uri="{FF2B5EF4-FFF2-40B4-BE49-F238E27FC236}">
                <a16:creationId xmlns:a16="http://schemas.microsoft.com/office/drawing/2014/main" id="{A55CA5DC-EE9E-91BF-B86B-E89A60BE2A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1685847"/>
              </p:ext>
            </p:extLst>
          </p:nvPr>
        </p:nvGraphicFramePr>
        <p:xfrm>
          <a:off x="357470" y="1944948"/>
          <a:ext cx="4314134" cy="4784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sz="4400" kern="1200" spc="-85" dirty="0">
                <a:latin typeface="+mj-lt"/>
                <a:ea typeface="+mj-ea"/>
                <a:cs typeface="+mj-cs"/>
              </a:rPr>
              <a:t>Model</a:t>
            </a:r>
            <a:r>
              <a:rPr lang="en-US" sz="4400" kern="1200" spc="-90" dirty="0"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70" dirty="0">
                <a:latin typeface="+mj-lt"/>
                <a:ea typeface="+mj-ea"/>
                <a:cs typeface="+mj-cs"/>
              </a:rPr>
              <a:t>Design</a:t>
            </a:r>
            <a:r>
              <a:rPr lang="en-US" sz="4400" kern="1200" spc="-105" dirty="0">
                <a:latin typeface="+mj-lt"/>
                <a:ea typeface="+mj-ea"/>
                <a:cs typeface="+mj-cs"/>
              </a:rPr>
              <a:t> </a:t>
            </a:r>
            <a:r>
              <a:rPr lang="en-US" sz="4400" kern="1200" dirty="0">
                <a:latin typeface="+mj-lt"/>
                <a:ea typeface="+mj-ea"/>
                <a:cs typeface="+mj-cs"/>
              </a:rPr>
              <a:t>-</a:t>
            </a:r>
            <a:r>
              <a:rPr lang="en-US" sz="4400" kern="1200" spc="-60" dirty="0"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85" dirty="0">
                <a:latin typeface="+mj-lt"/>
                <a:ea typeface="+mj-ea"/>
                <a:cs typeface="+mj-cs"/>
              </a:rPr>
              <a:t>Artificial</a:t>
            </a:r>
            <a:r>
              <a:rPr lang="en-US" sz="4400" kern="1200" spc="-70" dirty="0"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85" dirty="0">
                <a:latin typeface="+mj-lt"/>
                <a:ea typeface="+mj-ea"/>
                <a:cs typeface="+mj-cs"/>
              </a:rPr>
              <a:t>Neural</a:t>
            </a:r>
            <a:r>
              <a:rPr lang="en-US" sz="4400" kern="1200" spc="-75" dirty="0"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120" dirty="0">
                <a:latin typeface="+mj-lt"/>
                <a:ea typeface="+mj-ea"/>
                <a:cs typeface="+mj-cs"/>
              </a:rPr>
              <a:t>Network</a:t>
            </a:r>
            <a:r>
              <a:rPr lang="en-US" sz="4400" kern="1200" spc="-90" dirty="0"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20" dirty="0">
                <a:latin typeface="+mj-lt"/>
                <a:ea typeface="+mj-ea"/>
                <a:cs typeface="+mj-cs"/>
              </a:rPr>
              <a:t>ANN</a:t>
            </a:r>
            <a:endParaRPr lang="en-US" sz="44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9" name="Date Placeholder 4">
            <a:extLst>
              <a:ext uri="{FF2B5EF4-FFF2-40B4-BE49-F238E27FC236}">
                <a16:creationId xmlns:a16="http://schemas.microsoft.com/office/drawing/2014/main" id="{1FE8AAF3-6366-DD0F-DFCD-DB1A0F3C9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9D87217A-4DB7-4C51-9AB0-884D4EC08C51}" type="datetime1">
              <a:pPr>
                <a:spcAft>
                  <a:spcPts val="600"/>
                </a:spcAft>
              </a:pPr>
              <a:t>11/4/2025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287531" y="2189033"/>
            <a:ext cx="4719787" cy="4806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0660" algn="l"/>
              </a:tabLst>
            </a:pP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Architecture</a:t>
            </a:r>
            <a:r>
              <a:rPr lang="en-US" sz="13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Summary</a:t>
            </a:r>
            <a:endParaRPr lang="en-US" sz="1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0660" algn="l"/>
              </a:tabLst>
            </a:pP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</a:t>
            </a:r>
            <a:r>
              <a:rPr lang="en-US" sz="13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layer:</a:t>
            </a:r>
            <a:r>
              <a:rPr lang="en-US" sz="13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784</a:t>
            </a:r>
            <a:r>
              <a:rPr lang="en-US" sz="13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neurons</a:t>
            </a:r>
            <a:r>
              <a:rPr lang="en-US" sz="13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(flattened</a:t>
            </a:r>
            <a:r>
              <a:rPr lang="en-US" sz="13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28×28</a:t>
            </a:r>
            <a:r>
              <a:rPr lang="en-US" sz="13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image)</a:t>
            </a:r>
            <a:endParaRPr lang="en-US" sz="1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0660" algn="l"/>
              </a:tabLst>
            </a:pP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Hidden</a:t>
            </a:r>
            <a:r>
              <a:rPr lang="en-US" sz="13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</a:t>
            </a:r>
            <a:r>
              <a:rPr lang="en-US" sz="1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1:</a:t>
            </a:r>
            <a:r>
              <a:rPr lang="en-US" sz="13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256</a:t>
            </a:r>
            <a:r>
              <a:rPr lang="en-US" sz="1300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neurons,</a:t>
            </a:r>
            <a:r>
              <a:rPr lang="en-US" sz="13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ReLU</a:t>
            </a:r>
            <a:r>
              <a:rPr lang="en-US" sz="13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activation</a:t>
            </a:r>
            <a:endParaRPr lang="en-US" sz="1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0660" algn="l"/>
              </a:tabLst>
            </a:pP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Hidden</a:t>
            </a:r>
            <a:r>
              <a:rPr lang="en-US" sz="13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</a:t>
            </a:r>
            <a:r>
              <a:rPr lang="en-US" sz="1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2:</a:t>
            </a:r>
            <a:r>
              <a:rPr lang="en-US" sz="13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128</a:t>
            </a:r>
            <a:r>
              <a:rPr lang="en-US" sz="1300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neurons,</a:t>
            </a:r>
            <a:r>
              <a:rPr lang="en-US" sz="13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ReLU</a:t>
            </a:r>
            <a:r>
              <a:rPr lang="en-US" sz="13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activation</a:t>
            </a:r>
            <a:endParaRPr lang="en-US" sz="1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0660" algn="l"/>
              </a:tabLst>
            </a:pP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Dropout</a:t>
            </a:r>
            <a:r>
              <a:rPr lang="en-US" sz="13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(20%)</a:t>
            </a:r>
            <a:r>
              <a:rPr lang="en-US" sz="13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13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reduce</a:t>
            </a:r>
            <a:r>
              <a:rPr lang="en-US" sz="1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overfitting</a:t>
            </a:r>
            <a:endParaRPr lang="en-US" sz="1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0660" algn="l"/>
              </a:tabLst>
            </a:pP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Output</a:t>
            </a:r>
            <a:r>
              <a:rPr lang="en-US" sz="13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Layer:</a:t>
            </a:r>
            <a:r>
              <a:rPr lang="en-US" sz="13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</a:t>
            </a:r>
            <a:r>
              <a:rPr lang="en-US" sz="13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neurons,</a:t>
            </a:r>
            <a:r>
              <a:rPr lang="en-US" sz="13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Softmax</a:t>
            </a:r>
            <a:r>
              <a:rPr lang="en-US" sz="13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activation</a:t>
            </a:r>
            <a:endParaRPr lang="en-US" sz="1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0660" algn="l"/>
              </a:tabLst>
            </a:pPr>
            <a:r>
              <a:rPr lang="en-US" sz="1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Training</a:t>
            </a:r>
            <a:r>
              <a:rPr lang="en-US" sz="13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Configuration</a:t>
            </a:r>
            <a:endParaRPr lang="en-US" sz="1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0660" algn="l"/>
              </a:tabLst>
            </a:pP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Optimizer:</a:t>
            </a:r>
            <a:r>
              <a:rPr lang="en-US" sz="13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Adam</a:t>
            </a:r>
            <a:endParaRPr lang="en-US" sz="1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0660" algn="l"/>
              </a:tabLst>
            </a:pP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Loss</a:t>
            </a:r>
            <a:r>
              <a:rPr lang="en-US" sz="13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Function:</a:t>
            </a:r>
            <a:r>
              <a:rPr lang="en-US" sz="13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Categorical</a:t>
            </a:r>
            <a:r>
              <a:rPr lang="en-US" sz="13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Cross-Entropy</a:t>
            </a:r>
            <a:endParaRPr lang="en-US" sz="1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0660" algn="l"/>
              </a:tabLst>
            </a:pP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Learning</a:t>
            </a:r>
            <a:r>
              <a:rPr lang="en-US" sz="13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Rate:</a:t>
            </a:r>
            <a:r>
              <a:rPr lang="en-US" sz="13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0.001</a:t>
            </a:r>
            <a:endParaRPr lang="en-US" sz="1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0660" algn="l"/>
              </a:tabLst>
            </a:pP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Epochs:</a:t>
            </a:r>
            <a:r>
              <a:rPr lang="en-US" sz="1300" kern="1200" spc="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</a:t>
            </a:r>
            <a:endParaRPr lang="en-US" sz="1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0660" algn="l"/>
              </a:tabLst>
            </a:pP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Batch</a:t>
            </a:r>
            <a:r>
              <a:rPr lang="en-US" sz="13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Size:</a:t>
            </a:r>
            <a:r>
              <a:rPr lang="en-US" sz="13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64</a:t>
            </a:r>
            <a:endParaRPr lang="en-US" sz="1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2420" y="2513902"/>
            <a:ext cx="4853010" cy="39632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marL="123825"/>
            <a:r>
              <a:rPr lang="en-US" sz="4400" kern="1200" spc="-114">
                <a:latin typeface="+mj-lt"/>
                <a:ea typeface="+mj-ea"/>
                <a:cs typeface="+mj-cs"/>
              </a:rPr>
              <a:t>Model</a:t>
            </a:r>
            <a:r>
              <a:rPr lang="en-US" sz="4400" kern="1200" spc="-110"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85">
                <a:latin typeface="+mj-lt"/>
                <a:ea typeface="+mj-ea"/>
                <a:cs typeface="+mj-cs"/>
              </a:rPr>
              <a:t>Design:</a:t>
            </a:r>
            <a:r>
              <a:rPr lang="en-US" sz="4400" kern="1200" spc="-125"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40">
                <a:latin typeface="+mj-lt"/>
                <a:ea typeface="+mj-ea"/>
                <a:cs typeface="+mj-cs"/>
              </a:rPr>
              <a:t>CNN</a:t>
            </a:r>
            <a:r>
              <a:rPr lang="en-US" sz="4400" kern="1200" spc="-125"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75">
                <a:latin typeface="+mj-lt"/>
                <a:ea typeface="+mj-ea"/>
                <a:cs typeface="+mj-cs"/>
              </a:rPr>
              <a:t>Architecture</a:t>
            </a:r>
          </a:p>
        </p:txBody>
      </p:sp>
      <p:sp>
        <p:nvSpPr>
          <p:cNvPr id="45" name="Date Placeholder 4">
            <a:extLst>
              <a:ext uri="{FF2B5EF4-FFF2-40B4-BE49-F238E27FC236}">
                <a16:creationId xmlns:a16="http://schemas.microsoft.com/office/drawing/2014/main" id="{E269CE32-E980-5412-F1EE-F25302AD3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7BB2100-277B-4B82-8175-C3C09595E320}" type="datetime1">
              <a:rPr lang="en-US"/>
              <a:pPr>
                <a:spcAft>
                  <a:spcPts val="600"/>
                </a:spcAft>
              </a:pPr>
              <a:t>11/4/2025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5828242" y="1802744"/>
            <a:ext cx="4226859" cy="5179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1295" algn="l"/>
              </a:tabLst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Input:</a:t>
            </a:r>
            <a:r>
              <a:rPr lang="en-US" sz="900" kern="1200" spc="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28×28×1</a:t>
            </a:r>
            <a:r>
              <a:rPr lang="en-US" sz="900" kern="1200" spc="10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grayscale</a:t>
            </a:r>
            <a:r>
              <a:rPr lang="en-US" sz="900" kern="1200" spc="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images</a:t>
            </a:r>
            <a:endParaRPr lang="en-US" sz="9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Convolution</a:t>
            </a:r>
            <a:r>
              <a:rPr lang="en-US" sz="900" b="1" kern="1200" spc="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b="1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Layers:</a:t>
            </a:r>
            <a:endParaRPr lang="en-US" sz="9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Conv1:</a:t>
            </a:r>
            <a:r>
              <a:rPr lang="en-US" sz="900" kern="1200" spc="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</a:t>
            </a:r>
            <a:r>
              <a:rPr lang="en-US" sz="900" kern="1200" spc="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filters</a:t>
            </a:r>
            <a:r>
              <a:rPr lang="en-US" sz="900" kern="1200" spc="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(3×3),</a:t>
            </a:r>
            <a:r>
              <a:rPr lang="en-US" sz="900" kern="1200" spc="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ReLU</a:t>
            </a:r>
            <a:endParaRPr lang="en-US" sz="9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Conv2:</a:t>
            </a:r>
            <a:r>
              <a:rPr lang="en-US" sz="900" kern="1200" spc="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64</a:t>
            </a:r>
            <a:r>
              <a:rPr lang="en-US" sz="900" kern="1200" spc="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filters</a:t>
            </a:r>
            <a:r>
              <a:rPr lang="en-US" sz="900" kern="1200" spc="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(3×3),</a:t>
            </a:r>
            <a:r>
              <a:rPr lang="en-US" sz="900" kern="1200" spc="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ReLU</a:t>
            </a:r>
            <a:endParaRPr lang="en-US" sz="9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1295" algn="l"/>
              </a:tabLst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Pooling:</a:t>
            </a:r>
            <a:r>
              <a:rPr lang="en-US" sz="900" kern="1200" spc="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</a:t>
            </a:r>
            <a:r>
              <a:rPr lang="en-US" sz="900" kern="1200" spc="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Pooling</a:t>
            </a:r>
            <a:r>
              <a:rPr lang="en-US" sz="900" kern="1200" spc="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(2×2)</a:t>
            </a:r>
            <a:r>
              <a:rPr lang="en-US" sz="900" kern="1200" spc="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900" kern="1200" spc="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reduce</a:t>
            </a:r>
            <a:r>
              <a:rPr lang="en-US" sz="900" kern="1200" spc="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spatial</a:t>
            </a:r>
            <a:r>
              <a:rPr lang="en-US" sz="900" kern="1200" spc="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dimensions</a:t>
            </a:r>
            <a:endParaRPr lang="en-US" sz="9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1295" algn="l"/>
              </a:tabLst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Regularization:</a:t>
            </a:r>
            <a:r>
              <a:rPr lang="en-US" sz="900" kern="1200" spc="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Dropout</a:t>
            </a:r>
            <a:r>
              <a:rPr lang="en-US" sz="900" kern="1200" spc="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900" kern="1200" spc="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prevent</a:t>
            </a:r>
            <a:r>
              <a:rPr lang="en-US" sz="900" kern="1200" spc="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overfitting</a:t>
            </a:r>
            <a:endParaRPr lang="en-US" sz="9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Fully</a:t>
            </a:r>
            <a:r>
              <a:rPr lang="en-US" sz="900" b="1" kern="1200" spc="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Connected</a:t>
            </a:r>
            <a:r>
              <a:rPr lang="en-US" sz="900" b="1" kern="1200" spc="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b="1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Layers:</a:t>
            </a:r>
            <a:endParaRPr lang="en-US" sz="9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Dense:</a:t>
            </a:r>
            <a:r>
              <a:rPr lang="en-US" sz="900" kern="1200" spc="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128</a:t>
            </a:r>
            <a:r>
              <a:rPr lang="en-US" sz="900" kern="1200" spc="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neurons,</a:t>
            </a:r>
            <a:r>
              <a:rPr lang="en-US" sz="900" kern="1200" spc="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ReLU</a:t>
            </a:r>
            <a:endParaRPr lang="en-US" sz="9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Output:</a:t>
            </a:r>
            <a:r>
              <a:rPr lang="en-US" sz="900" kern="1200" spc="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</a:t>
            </a:r>
            <a:r>
              <a:rPr lang="en-US" sz="900" kern="1200" spc="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classes,</a:t>
            </a:r>
            <a:r>
              <a:rPr lang="en-US" sz="900" kern="1200" spc="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Softmax</a:t>
            </a:r>
            <a:r>
              <a:rPr lang="en-US" sz="900" kern="1200" spc="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activation</a:t>
            </a:r>
            <a:endParaRPr lang="en-US" sz="9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Optimizer</a:t>
            </a:r>
            <a:r>
              <a:rPr lang="en-US" sz="900" kern="1200" spc="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en-US" sz="900" kern="1200" spc="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Loss:</a:t>
            </a:r>
            <a:r>
              <a:rPr lang="en-US" sz="900" kern="1200" spc="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Adam</a:t>
            </a:r>
            <a:r>
              <a:rPr lang="en-US" sz="900" kern="1200" spc="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</a:t>
            </a:r>
            <a:r>
              <a:rPr lang="en-US" sz="900" kern="1200" spc="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Categorical</a:t>
            </a:r>
            <a:r>
              <a:rPr lang="en-US" sz="900" kern="1200" spc="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Cross-</a:t>
            </a:r>
            <a:r>
              <a:rPr lang="en-US" sz="9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Entropy</a:t>
            </a:r>
            <a:endParaRPr lang="en-US" sz="9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Why</a:t>
            </a:r>
            <a:r>
              <a:rPr lang="en-US" sz="900" b="1" kern="1200" spc="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CNN</a:t>
            </a:r>
            <a:r>
              <a:rPr lang="en-US" sz="900" b="1" kern="1200" spc="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900" b="1" kern="1200" spc="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Better</a:t>
            </a:r>
            <a:r>
              <a:rPr lang="en-US" sz="900" b="1" kern="1200" spc="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900" b="1" kern="1200" spc="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</a:t>
            </a:r>
            <a:r>
              <a:rPr lang="en-US" sz="900" b="1" kern="1200" spc="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b="1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Classification</a:t>
            </a:r>
            <a:endParaRPr lang="en-US" sz="9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1295" algn="l"/>
              </a:tabLst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Extracts</a:t>
            </a:r>
            <a:r>
              <a:rPr lang="en-US" sz="900" kern="1200" spc="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spatial</a:t>
            </a:r>
            <a:r>
              <a:rPr lang="en-US" sz="900" kern="1200" spc="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900" kern="1200" spc="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</a:t>
            </a:r>
            <a:r>
              <a:rPr lang="en-US" sz="900" kern="1200" spc="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patterns</a:t>
            </a:r>
            <a:r>
              <a:rPr lang="en-US" sz="900" kern="1200" spc="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automatically</a:t>
            </a:r>
            <a:endParaRPr lang="en-US" sz="9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1295" algn="l"/>
              </a:tabLst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Learns</a:t>
            </a:r>
            <a:r>
              <a:rPr lang="en-US" sz="900" kern="1200" spc="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edges,</a:t>
            </a:r>
            <a:r>
              <a:rPr lang="en-US" sz="900" kern="1200" spc="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textures,</a:t>
            </a:r>
            <a:r>
              <a:rPr lang="en-US" sz="900" kern="1200" spc="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shapes,</a:t>
            </a:r>
            <a:r>
              <a:rPr lang="en-US" sz="900" kern="1200" spc="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900" kern="1200" spc="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features</a:t>
            </a:r>
            <a:r>
              <a:rPr lang="en-US" sz="900" kern="1200" spc="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</a:t>
            </a:r>
            <a:r>
              <a:rPr lang="en-US" sz="900" kern="1200" spc="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different</a:t>
            </a:r>
            <a:r>
              <a:rPr lang="en-US" sz="900" kern="1200" spc="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levels</a:t>
            </a:r>
            <a:endParaRPr lang="en-US" sz="9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1295" algn="l"/>
              </a:tabLst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</a:t>
            </a:r>
            <a:r>
              <a:rPr lang="en-US" sz="900" kern="1200" spc="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accurate</a:t>
            </a:r>
            <a:r>
              <a:rPr lang="en-US" sz="900" kern="1200" spc="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</a:t>
            </a:r>
            <a:r>
              <a:rPr lang="en-US" sz="900" kern="1200" spc="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ANN</a:t>
            </a:r>
            <a:r>
              <a:rPr lang="en-US" sz="900" kern="1200" spc="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900" kern="1200" spc="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</a:t>
            </a:r>
            <a:r>
              <a:rPr lang="en-US" sz="900" kern="1200" spc="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900" kern="1200" spc="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due</a:t>
            </a:r>
            <a:r>
              <a:rPr lang="en-US" sz="900" kern="1200" spc="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900" kern="1200" spc="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</a:t>
            </a:r>
            <a:r>
              <a:rPr lang="en-US" sz="900" kern="1200" spc="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feature</a:t>
            </a:r>
            <a:r>
              <a:rPr lang="en-US" sz="900" kern="1200" spc="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learning</a:t>
            </a:r>
            <a:endParaRPr lang="en-US" sz="9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1295" algn="l"/>
              </a:tabLst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Reduces</a:t>
            </a:r>
            <a:r>
              <a:rPr lang="en-US" sz="900" kern="1200" spc="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parameters</a:t>
            </a:r>
            <a:r>
              <a:rPr lang="en-US" sz="900" kern="1200" spc="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vs.</a:t>
            </a:r>
            <a:r>
              <a:rPr lang="en-US" sz="900" kern="1200" spc="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ANN</a:t>
            </a:r>
            <a:r>
              <a:rPr lang="en-US" sz="900" kern="1200" spc="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→</a:t>
            </a:r>
            <a:r>
              <a:rPr lang="en-US" sz="900" kern="1200" spc="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</a:t>
            </a:r>
            <a:r>
              <a:rPr lang="en-US" sz="900" kern="1200" spc="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efficient</a:t>
            </a:r>
            <a:r>
              <a:rPr lang="en-US" sz="900" kern="1200" spc="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900" kern="1200" spc="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9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images</a:t>
            </a:r>
            <a:endParaRPr lang="en-US" sz="9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7597" y="2172115"/>
            <a:ext cx="4979573" cy="3994124"/>
            <a:chOff x="4841747" y="2100072"/>
            <a:chExt cx="4530852" cy="4169663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41747" y="2100072"/>
              <a:ext cx="4526280" cy="252069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46192" y="4146803"/>
              <a:ext cx="4026407" cy="21229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5884" cy="777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515" y="631261"/>
            <a:ext cx="8675370" cy="1284852"/>
          </a:xfrm>
        </p:spPr>
        <p:txBody>
          <a:bodyPr vert="horz" lIns="91440" tIns="45720" rIns="91440" bIns="45720" rtlCol="0">
            <a:normAutofit/>
          </a:bodyPr>
          <a:lstStyle/>
          <a:p>
            <a:pPr marL="12700"/>
            <a:r>
              <a:rPr lang="en-US" sz="5000" kern="1200" spc="-145">
                <a:latin typeface="+mj-lt"/>
                <a:ea typeface="+mj-ea"/>
                <a:cs typeface="+mj-cs"/>
              </a:rPr>
              <a:t>Training</a:t>
            </a:r>
            <a:r>
              <a:rPr lang="en-US" sz="5000" kern="1200" spc="-100">
                <a:latin typeface="+mj-lt"/>
                <a:ea typeface="+mj-ea"/>
                <a:cs typeface="+mj-cs"/>
              </a:rPr>
              <a:t> </a:t>
            </a:r>
            <a:r>
              <a:rPr lang="en-US" sz="5000" kern="1200">
                <a:latin typeface="+mj-lt"/>
                <a:ea typeface="+mj-ea"/>
                <a:cs typeface="+mj-cs"/>
              </a:rPr>
              <a:t>&amp;</a:t>
            </a:r>
            <a:r>
              <a:rPr lang="en-US" sz="5000" kern="1200" spc="-120">
                <a:latin typeface="+mj-lt"/>
                <a:ea typeface="+mj-ea"/>
                <a:cs typeface="+mj-cs"/>
              </a:rPr>
              <a:t> </a:t>
            </a:r>
            <a:r>
              <a:rPr lang="en-US" sz="5000" kern="1200" spc="-135">
                <a:latin typeface="+mj-lt"/>
                <a:ea typeface="+mj-ea"/>
                <a:cs typeface="+mj-cs"/>
              </a:rPr>
              <a:t>Evaluation</a:t>
            </a:r>
            <a:r>
              <a:rPr lang="en-US" sz="5000" kern="1200" spc="-85">
                <a:latin typeface="+mj-lt"/>
                <a:ea typeface="+mj-ea"/>
                <a:cs typeface="+mj-cs"/>
              </a:rPr>
              <a:t> </a:t>
            </a:r>
            <a:r>
              <a:rPr lang="en-US" sz="5000" kern="1200" spc="-35">
                <a:latin typeface="+mj-lt"/>
                <a:ea typeface="+mj-ea"/>
                <a:cs typeface="+mj-cs"/>
              </a:rPr>
              <a:t>Setup</a:t>
            </a: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224F0A20-2BC6-F1CF-48C2-CD7FDC3319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1515" y="7203863"/>
            <a:ext cx="2263140" cy="41380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DACC01-A3EC-4CCD-90EF-FB3EF4A38F9E}" type="datetime1">
              <a:rPr lang="en-US"/>
              <a:pPr>
                <a:spcAft>
                  <a:spcPts val="600"/>
                </a:spcAft>
              </a:pPr>
              <a:t>11/4/2025</a:t>
            </a:fld>
            <a:endParaRPr lang="en-US"/>
          </a:p>
        </p:txBody>
      </p:sp>
      <p:graphicFrame>
        <p:nvGraphicFramePr>
          <p:cNvPr id="25" name="object 5">
            <a:extLst>
              <a:ext uri="{FF2B5EF4-FFF2-40B4-BE49-F238E27FC236}">
                <a16:creationId xmlns:a16="http://schemas.microsoft.com/office/drawing/2014/main" id="{40A8F95E-B9FE-AB48-08AE-C4B2B4BCC9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3782935"/>
              </p:ext>
            </p:extLst>
          </p:nvPr>
        </p:nvGraphicFramePr>
        <p:xfrm>
          <a:off x="691515" y="2069041"/>
          <a:ext cx="8675370" cy="49315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marL="12065"/>
            <a:r>
              <a:rPr lang="en-US" sz="4400" kern="1200" spc="-110">
                <a:latin typeface="+mj-lt"/>
                <a:ea typeface="+mj-ea"/>
                <a:cs typeface="+mj-cs"/>
              </a:rPr>
              <a:t>Results</a:t>
            </a:r>
            <a:r>
              <a:rPr lang="en-US" sz="4400" kern="1200" spc="-114">
                <a:latin typeface="+mj-lt"/>
                <a:ea typeface="+mj-ea"/>
                <a:cs typeface="+mj-cs"/>
              </a:rPr>
              <a:t> </a:t>
            </a:r>
            <a:r>
              <a:rPr lang="en-US" sz="4400" kern="1200">
                <a:latin typeface="+mj-lt"/>
                <a:ea typeface="+mj-ea"/>
                <a:cs typeface="+mj-cs"/>
              </a:rPr>
              <a:t>&amp;</a:t>
            </a:r>
            <a:r>
              <a:rPr lang="en-US" sz="4400" kern="1200" spc="-185"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95">
                <a:latin typeface="+mj-lt"/>
                <a:ea typeface="+mj-ea"/>
                <a:cs typeface="+mj-cs"/>
              </a:rPr>
              <a:t>Comparison</a:t>
            </a:r>
            <a:r>
              <a:rPr lang="en-US" sz="4400" kern="1200" spc="-130"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120">
                <a:latin typeface="+mj-lt"/>
                <a:ea typeface="+mj-ea"/>
                <a:cs typeface="+mj-cs"/>
              </a:rPr>
              <a:t>(ANN</a:t>
            </a:r>
            <a:r>
              <a:rPr lang="en-US" sz="4400" kern="1200" spc="-100"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75">
                <a:latin typeface="+mj-lt"/>
                <a:ea typeface="+mj-ea"/>
                <a:cs typeface="+mj-cs"/>
              </a:rPr>
              <a:t>vs</a:t>
            </a:r>
            <a:r>
              <a:rPr lang="en-US" sz="4400" kern="1200" spc="-95"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20">
                <a:latin typeface="+mj-lt"/>
                <a:ea typeface="+mj-ea"/>
                <a:cs typeface="+mj-cs"/>
              </a:rPr>
              <a:t>CNN)</a:t>
            </a:r>
          </a:p>
        </p:txBody>
      </p:sp>
      <p:sp>
        <p:nvSpPr>
          <p:cNvPr id="24" name="Date Placeholder 4">
            <a:extLst>
              <a:ext uri="{FF2B5EF4-FFF2-40B4-BE49-F238E27FC236}">
                <a16:creationId xmlns:a16="http://schemas.microsoft.com/office/drawing/2014/main" id="{740DC18A-51D5-E1F5-B301-C6B80DEAD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8A1EA3B9-B479-4A0A-8846-AF1E06A2C97C}" type="datetime1">
              <a:pPr>
                <a:spcAft>
                  <a:spcPts val="600"/>
                </a:spcAft>
              </a:pPr>
              <a:t>11/4/2025</a:t>
            </a:fld>
            <a:endParaRPr lang="en-US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rcRect t="1228" r="-6" b="8850"/>
          <a:stretch>
            <a:fillRect/>
          </a:stretch>
        </p:blipFill>
        <p:spPr>
          <a:xfrm>
            <a:off x="252790" y="2066566"/>
            <a:ext cx="4073652" cy="4186733"/>
          </a:xfrm>
          <a:prstGeom prst="rect">
            <a:avLst/>
          </a:prstGeom>
          <a:noFill/>
        </p:spPr>
      </p:pic>
      <p:sp>
        <p:nvSpPr>
          <p:cNvPr id="4" name="object 4"/>
          <p:cNvSpPr txBox="1"/>
          <p:nvPr/>
        </p:nvSpPr>
        <p:spPr>
          <a:xfrm>
            <a:off x="4604816" y="1899482"/>
            <a:ext cx="5452274" cy="57511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28600" marR="508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1295" algn="l"/>
                <a:tab pos="236220" algn="l"/>
              </a:tabLst>
            </a:pP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	CNN</a:t>
            </a:r>
            <a:r>
              <a:rPr lang="en-US" sz="1100" kern="1200" spc="6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outperformed</a:t>
            </a:r>
            <a:r>
              <a:rPr lang="en-US" sz="1100" kern="1200" spc="8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ANN</a:t>
            </a:r>
            <a:r>
              <a:rPr lang="en-US" sz="1100" kern="1200" spc="5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in</a:t>
            </a:r>
            <a:r>
              <a:rPr lang="en-US" sz="1100" kern="1200" spc="6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overall</a:t>
            </a:r>
            <a:r>
              <a:rPr lang="en-US" sz="1100" kern="1200" spc="6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accuracy,</a:t>
            </a:r>
            <a:r>
              <a:rPr lang="en-US" sz="1100" kern="1200" spc="2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demonstrating</a:t>
            </a:r>
            <a:r>
              <a:rPr lang="en-US" sz="1100" kern="1200" spc="5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better</a:t>
            </a:r>
            <a:r>
              <a:rPr lang="en-US" sz="1100" kern="1200" spc="4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spc="-1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capability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for</a:t>
            </a:r>
            <a:r>
              <a:rPr lang="en-US" sz="1100" kern="1200" spc="2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image</a:t>
            </a:r>
            <a:r>
              <a:rPr lang="en-US" sz="1100" kern="1200" spc="4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feature</a:t>
            </a:r>
            <a:r>
              <a:rPr lang="en-US" sz="1100" kern="1200" spc="3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spc="-1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extraction.</a:t>
            </a:r>
            <a:endParaRPr lang="en-US" sz="110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228600" marR="48133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1295" algn="l"/>
              </a:tabLst>
            </a:pP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ANN</a:t>
            </a:r>
            <a:r>
              <a:rPr lang="en-US" sz="1100" kern="1200" spc="6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learning</a:t>
            </a:r>
            <a:r>
              <a:rPr lang="en-US" sz="1100" kern="1200" spc="7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plateaued</a:t>
            </a:r>
            <a:r>
              <a:rPr lang="en-US" sz="1100" kern="1200" spc="6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early,</a:t>
            </a:r>
            <a:r>
              <a:rPr lang="en-US" sz="1100" kern="1200" spc="7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while</a:t>
            </a:r>
            <a:r>
              <a:rPr lang="en-US" sz="1100" kern="1200" spc="7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CNN</a:t>
            </a:r>
            <a:r>
              <a:rPr lang="en-US" sz="1100" kern="1200" spc="7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continued</a:t>
            </a:r>
            <a:r>
              <a:rPr lang="en-US" sz="1100" kern="1200" spc="6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improving</a:t>
            </a:r>
            <a:r>
              <a:rPr lang="en-US" sz="1100" kern="1200" spc="7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spc="-1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across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epochs,</a:t>
            </a:r>
            <a:r>
              <a:rPr lang="en-US" sz="1100" kern="1200" spc="1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indicating</a:t>
            </a:r>
            <a:r>
              <a:rPr lang="en-US" sz="1100" kern="1200" spc="6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stronger</a:t>
            </a:r>
            <a:r>
              <a:rPr lang="en-US" sz="1100" kern="1200" spc="1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learning</a:t>
            </a:r>
            <a:r>
              <a:rPr lang="en-US" sz="1100" kern="1200" spc="8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spc="-1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capacity.</a:t>
            </a:r>
            <a:endParaRPr lang="en-US" sz="110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228600" marR="690245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1295" algn="l"/>
              </a:tabLst>
            </a:pP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CNN</a:t>
            </a:r>
            <a:r>
              <a:rPr lang="en-US" sz="1100" kern="1200" spc="6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generalizes</a:t>
            </a:r>
            <a:r>
              <a:rPr lang="en-US" sz="1100" kern="1200" spc="5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better</a:t>
            </a:r>
            <a:r>
              <a:rPr lang="en-US" sz="1100" kern="1200" spc="5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with</a:t>
            </a:r>
            <a:r>
              <a:rPr lang="en-US" sz="1100" kern="1200" spc="2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lower</a:t>
            </a:r>
            <a:r>
              <a:rPr lang="en-US" sz="1100" kern="1200" spc="7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validation</a:t>
            </a:r>
            <a:r>
              <a:rPr lang="en-US" sz="1100" kern="1200" spc="5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loss</a:t>
            </a:r>
            <a:r>
              <a:rPr lang="en-US" sz="1100" kern="1200" spc="6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and</a:t>
            </a:r>
            <a:r>
              <a:rPr lang="en-US" sz="1100" kern="1200" spc="5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more</a:t>
            </a:r>
            <a:r>
              <a:rPr lang="en-US" sz="1100" kern="1200" spc="6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spc="-1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stable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performance</a:t>
            </a:r>
            <a:r>
              <a:rPr lang="en-US" sz="1100" kern="1200" spc="10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over</a:t>
            </a:r>
            <a:r>
              <a:rPr lang="en-US" sz="1100" kern="1200" spc="6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spc="-1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epochs.</a:t>
            </a:r>
            <a:endParaRPr lang="en-US" sz="110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100" b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Confusion</a:t>
            </a:r>
            <a:r>
              <a:rPr lang="en-US" sz="1100" b="1" kern="1200" spc="9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b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Matrix</a:t>
            </a:r>
            <a:r>
              <a:rPr lang="en-US" sz="1100" b="1" kern="1200" spc="7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b="1" kern="1200" spc="-1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Insights:</a:t>
            </a:r>
            <a:endParaRPr lang="en-US" sz="110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228600" marR="11557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1295" algn="l"/>
              </a:tabLst>
            </a:pP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ANN</a:t>
            </a:r>
            <a:r>
              <a:rPr lang="en-US" sz="1100" kern="1200" spc="5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struggled</a:t>
            </a:r>
            <a:r>
              <a:rPr lang="en-US" sz="1100" kern="1200" spc="7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with</a:t>
            </a:r>
            <a:r>
              <a:rPr lang="en-US" sz="1100" kern="1200" spc="6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Shirt,</a:t>
            </a:r>
            <a:r>
              <a:rPr lang="en-US" sz="1100" kern="1200" spc="3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Pullover,</a:t>
            </a:r>
            <a:r>
              <a:rPr lang="en-US" sz="1100" kern="1200" spc="6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and</a:t>
            </a:r>
            <a:r>
              <a:rPr lang="en-US" sz="1100" kern="1200" spc="6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Coat</a:t>
            </a:r>
            <a:r>
              <a:rPr lang="en-US" sz="1100" kern="1200" spc="7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classifications,</a:t>
            </a:r>
            <a:r>
              <a:rPr lang="en-US" sz="1100" kern="1200" spc="9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showing</a:t>
            </a:r>
            <a:r>
              <a:rPr lang="en-US" sz="1100" kern="1200" spc="5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spc="-1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higher misclassifications.</a:t>
            </a:r>
            <a:endParaRPr lang="en-US" sz="110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228600" marR="356235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1295" algn="l"/>
              </a:tabLst>
            </a:pP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CNN</a:t>
            </a:r>
            <a:r>
              <a:rPr lang="en-US" sz="1100" kern="1200" spc="6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reduced</a:t>
            </a:r>
            <a:r>
              <a:rPr lang="en-US" sz="1100" kern="1200" spc="6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misclassification</a:t>
            </a:r>
            <a:r>
              <a:rPr lang="en-US" sz="1100" kern="1200" spc="8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errors</a:t>
            </a:r>
            <a:r>
              <a:rPr lang="en-US" sz="1100" kern="1200" spc="6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across</a:t>
            </a:r>
            <a:r>
              <a:rPr lang="en-US" sz="1100" kern="1200" spc="7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most</a:t>
            </a:r>
            <a:r>
              <a:rPr lang="en-US" sz="1100" kern="1200" spc="6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classes,</a:t>
            </a:r>
            <a:r>
              <a:rPr lang="en-US" sz="1100" kern="1200" spc="9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especially</a:t>
            </a:r>
            <a:r>
              <a:rPr lang="en-US" sz="1100" kern="1200" spc="6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spc="-2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for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Sneaker,</a:t>
            </a:r>
            <a:r>
              <a:rPr lang="en-US" sz="1100" kern="1200" spc="3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Bag,</a:t>
            </a:r>
            <a:r>
              <a:rPr lang="en-US" sz="1100" kern="1200" spc="1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and</a:t>
            </a:r>
            <a:r>
              <a:rPr lang="en-US" sz="1100" kern="1200" spc="1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spc="-2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Coat.</a:t>
            </a:r>
            <a:endParaRPr lang="en-US" sz="110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228600" marR="222885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1295" algn="l"/>
              </a:tabLst>
            </a:pP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CNN</a:t>
            </a:r>
            <a:r>
              <a:rPr lang="en-US" sz="1100" kern="1200" spc="9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correctly</a:t>
            </a:r>
            <a:r>
              <a:rPr lang="en-US" sz="1100" kern="1200" spc="6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captured</a:t>
            </a:r>
            <a:r>
              <a:rPr lang="en-US" sz="1100" kern="1200" spc="8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spatial</a:t>
            </a:r>
            <a:r>
              <a:rPr lang="en-US" sz="1100" kern="1200" spc="7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patterns,</a:t>
            </a:r>
            <a:r>
              <a:rPr lang="en-US" sz="1100" kern="1200" spc="7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improving</a:t>
            </a:r>
            <a:r>
              <a:rPr lang="en-US" sz="1100" kern="1200" spc="8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prediction</a:t>
            </a:r>
            <a:r>
              <a:rPr lang="en-US" sz="1100" kern="1200" spc="8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spc="-1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confidence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and</a:t>
            </a:r>
            <a:r>
              <a:rPr lang="en-US" sz="1100" kern="1200" spc="7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reducing</a:t>
            </a:r>
            <a:r>
              <a:rPr lang="en-US" sz="1100" kern="1200" spc="6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confusion</a:t>
            </a:r>
            <a:r>
              <a:rPr lang="en-US" sz="1100" kern="1200" spc="114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between</a:t>
            </a:r>
            <a:r>
              <a:rPr lang="en-US" sz="1100" kern="1200" spc="8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similar</a:t>
            </a:r>
            <a:r>
              <a:rPr lang="en-US" sz="1100" kern="1200" spc="1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clothing</a:t>
            </a:r>
            <a:r>
              <a:rPr lang="en-US" sz="1100" kern="1200" spc="6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spc="-1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categories.</a:t>
            </a:r>
            <a:endParaRPr lang="en-US" sz="110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100" b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Key</a:t>
            </a:r>
            <a:r>
              <a:rPr lang="en-US" sz="1100" b="1" kern="1200" spc="3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:</a:t>
            </a:r>
            <a:endParaRPr lang="en-US" sz="1100" b="1" kern="1200" spc="-1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228600" marR="7747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1295" algn="l"/>
                <a:tab pos="362585" algn="l"/>
              </a:tabLst>
            </a:pP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	CNN</a:t>
            </a:r>
            <a:r>
              <a:rPr lang="en-US" sz="1100" kern="1200" spc="4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is</a:t>
            </a:r>
            <a:r>
              <a:rPr lang="en-US" sz="1100" kern="1200" spc="5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more</a:t>
            </a:r>
            <a:r>
              <a:rPr lang="en-US" sz="1100" kern="1200" spc="5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effective</a:t>
            </a:r>
            <a:r>
              <a:rPr lang="en-US" sz="1100" kern="1200" spc="8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than</a:t>
            </a:r>
            <a:r>
              <a:rPr lang="en-US" sz="1100" kern="1200" spc="4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ANN</a:t>
            </a:r>
            <a:r>
              <a:rPr lang="en-US" sz="1100" kern="1200" spc="1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for</a:t>
            </a:r>
            <a:r>
              <a:rPr lang="en-US" sz="1100" kern="1200" spc="5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image-based</a:t>
            </a:r>
            <a:r>
              <a:rPr lang="en-US" sz="1100" kern="1200" spc="8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classification</a:t>
            </a:r>
            <a:r>
              <a:rPr lang="en-US" sz="1100" kern="1200" spc="7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tasks</a:t>
            </a:r>
            <a:r>
              <a:rPr lang="en-US" sz="1100" kern="1200" spc="3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spc="-2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such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as</a:t>
            </a:r>
            <a:r>
              <a:rPr lang="en-US" sz="1100" kern="1200" spc="5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Fashion-MNIST</a:t>
            </a:r>
            <a:r>
              <a:rPr lang="en-US" sz="1100" kern="1200" spc="7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due</a:t>
            </a:r>
            <a:r>
              <a:rPr lang="en-US" sz="1100" kern="1200" spc="4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to</a:t>
            </a:r>
            <a:r>
              <a:rPr lang="en-US" sz="1100" kern="1200" spc="4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its</a:t>
            </a:r>
            <a:r>
              <a:rPr lang="en-US" sz="1100" kern="1200" spc="5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spatial</a:t>
            </a:r>
            <a:r>
              <a:rPr lang="en-US" sz="1100" kern="1200" spc="5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feature</a:t>
            </a:r>
            <a:r>
              <a:rPr lang="en-US" sz="1100" kern="1200" spc="6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learning</a:t>
            </a:r>
            <a:r>
              <a:rPr lang="en-US" sz="1100" kern="1200" spc="5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100" kern="1200" spc="-1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capability.</a:t>
            </a:r>
            <a:endParaRPr lang="en-US" sz="110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kern="1200" spc="-95">
                <a:latin typeface="+mj-lt"/>
                <a:ea typeface="+mj-ea"/>
                <a:cs typeface="+mj-cs"/>
              </a:rPr>
              <a:t>Discussion</a:t>
            </a:r>
            <a:r>
              <a:rPr lang="en-US" kern="1200" spc="-130">
                <a:latin typeface="+mj-lt"/>
                <a:ea typeface="+mj-ea"/>
                <a:cs typeface="+mj-cs"/>
              </a:rPr>
              <a:t> </a:t>
            </a:r>
            <a:r>
              <a:rPr lang="en-US" kern="1200">
                <a:latin typeface="+mj-lt"/>
                <a:ea typeface="+mj-ea"/>
                <a:cs typeface="+mj-cs"/>
              </a:rPr>
              <a:t>&amp;</a:t>
            </a:r>
            <a:r>
              <a:rPr lang="en-US" kern="1200" spc="-105">
                <a:latin typeface="+mj-lt"/>
                <a:ea typeface="+mj-ea"/>
                <a:cs typeface="+mj-cs"/>
              </a:rPr>
              <a:t> </a:t>
            </a:r>
            <a:r>
              <a:rPr lang="en-US" kern="1200" spc="-175">
                <a:latin typeface="+mj-lt"/>
                <a:ea typeface="+mj-ea"/>
                <a:cs typeface="+mj-cs"/>
              </a:rPr>
              <a:t>Key</a:t>
            </a:r>
            <a:r>
              <a:rPr lang="en-US" kern="1200" spc="-65">
                <a:latin typeface="+mj-lt"/>
                <a:ea typeface="+mj-ea"/>
                <a:cs typeface="+mj-cs"/>
              </a:rPr>
              <a:t> Insights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DB6DF4B9-3C9C-7C60-7AED-AA1CFA9AE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07C6CEC-5104-4794-A8D1-A52F750C6F9E}" type="datetime1">
              <a:pPr>
                <a:spcAft>
                  <a:spcPts val="600"/>
                </a:spcAft>
              </a:pPr>
              <a:t>11/4/2025</a:t>
            </a:fld>
            <a:endParaRPr lang="en-US"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482" y="1922708"/>
            <a:ext cx="4406709" cy="4033386"/>
          </a:xfrm>
          <a:prstGeom prst="rect">
            <a:avLst/>
          </a:prstGeom>
          <a:noFill/>
        </p:spPr>
      </p:pic>
      <p:sp>
        <p:nvSpPr>
          <p:cNvPr id="7" name="object 7"/>
          <p:cNvSpPr txBox="1"/>
          <p:nvPr/>
        </p:nvSpPr>
        <p:spPr>
          <a:xfrm>
            <a:off x="5035563" y="1656221"/>
            <a:ext cx="4992893" cy="55320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228600" marR="18542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1295" algn="l"/>
              </a:tabLst>
            </a:pP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CNN</a:t>
            </a:r>
            <a:r>
              <a:rPr lang="en-US" sz="1400" kern="1200" spc="5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outperformed</a:t>
            </a:r>
            <a:r>
              <a:rPr lang="en-US" sz="1400" kern="1200" spc="8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ANN</a:t>
            </a:r>
            <a:r>
              <a:rPr lang="en-US" sz="1400" kern="1200" spc="4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because</a:t>
            </a:r>
            <a:r>
              <a:rPr lang="en-US" sz="1400" kern="1200" spc="7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it</a:t>
            </a:r>
            <a:r>
              <a:rPr lang="en-US" sz="1400" kern="1200" spc="6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learns</a:t>
            </a:r>
            <a:r>
              <a:rPr lang="en-US" sz="1400" kern="1200" spc="6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spatial</a:t>
            </a:r>
            <a:r>
              <a:rPr lang="en-US" sz="1400" kern="1200" spc="5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features</a:t>
            </a:r>
            <a:r>
              <a:rPr lang="en-US" sz="1400" kern="1200" spc="8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spc="-1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(edges,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textures,</a:t>
            </a:r>
            <a:r>
              <a:rPr lang="en-US" sz="1400" kern="1200" spc="6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patterns)</a:t>
            </a:r>
            <a:r>
              <a:rPr lang="en-US" sz="1400" kern="1200" spc="5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directly</a:t>
            </a:r>
            <a:r>
              <a:rPr lang="en-US" sz="1400" kern="1200" spc="5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from</a:t>
            </a:r>
            <a:r>
              <a:rPr lang="en-US" sz="1400" kern="1200" spc="6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spc="-1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images</a:t>
            </a:r>
            <a:endParaRPr lang="en-US" sz="140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228600" marR="17018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1295" algn="l"/>
              </a:tabLst>
            </a:pP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ANN</a:t>
            </a:r>
            <a:r>
              <a:rPr lang="en-US" sz="1400" kern="1200" spc="4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struggled</a:t>
            </a:r>
            <a:r>
              <a:rPr lang="en-US" sz="1400" kern="1200" spc="5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due</a:t>
            </a:r>
            <a:r>
              <a:rPr lang="en-US" sz="1400" kern="1200" spc="4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to</a:t>
            </a:r>
            <a:r>
              <a:rPr lang="en-US" sz="1400" kern="1200" spc="3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lack</a:t>
            </a:r>
            <a:r>
              <a:rPr lang="en-US" sz="1400" kern="1200" spc="4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of</a:t>
            </a:r>
            <a:r>
              <a:rPr lang="en-US" sz="1400" kern="1200" spc="4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feature</a:t>
            </a:r>
            <a:r>
              <a:rPr lang="en-US" sz="1400" kern="1200" spc="6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extraction</a:t>
            </a:r>
            <a:r>
              <a:rPr lang="en-US" sz="1400" kern="1200" spc="4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→</a:t>
            </a:r>
            <a:r>
              <a:rPr lang="en-US" sz="1400" kern="1200" spc="5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treats</a:t>
            </a:r>
            <a:r>
              <a:rPr lang="en-US" sz="1400" kern="1200" spc="3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image</a:t>
            </a:r>
            <a:r>
              <a:rPr lang="en-US" sz="1400" kern="1200" spc="5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spc="-2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as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flat</a:t>
            </a:r>
            <a:r>
              <a:rPr lang="en-US" sz="1400" kern="1200" spc="2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spc="-1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vector</a:t>
            </a:r>
            <a:endParaRPr lang="en-US" sz="140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 b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Common</a:t>
            </a:r>
            <a:r>
              <a:rPr lang="en-US" sz="1400" b="1" kern="1200" spc="114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b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misclassifications</a:t>
            </a:r>
            <a:r>
              <a:rPr lang="en-US" sz="1400" b="1" kern="1200" spc="12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b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occurred</a:t>
            </a:r>
            <a:r>
              <a:rPr lang="en-US" sz="1400" b="1" kern="1200" spc="8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b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between</a:t>
            </a:r>
            <a:r>
              <a:rPr lang="en-US" sz="1400" b="1" kern="1200" spc="7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b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visually</a:t>
            </a:r>
            <a:r>
              <a:rPr lang="en-US" sz="1400" b="1" kern="1200" spc="9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b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similar</a:t>
            </a:r>
            <a:r>
              <a:rPr lang="en-US" sz="1400" b="1" kern="1200" spc="9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b="1" kern="1200" spc="-1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classes:</a:t>
            </a:r>
            <a:endParaRPr lang="en-US" sz="140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1295" algn="l"/>
              </a:tabLst>
            </a:pP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T-shirt/top</a:t>
            </a:r>
            <a:r>
              <a:rPr lang="en-US" sz="1400" kern="1200" spc="6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vs</a:t>
            </a:r>
            <a:r>
              <a:rPr lang="en-US" sz="1400" kern="1200" spc="7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spc="-2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Shirt</a:t>
            </a:r>
            <a:endParaRPr lang="en-US" sz="140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1295" algn="l"/>
              </a:tabLst>
            </a:pP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Pullover</a:t>
            </a:r>
            <a:r>
              <a:rPr lang="en-US" sz="1400" kern="1200" spc="7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vs</a:t>
            </a:r>
            <a:r>
              <a:rPr lang="en-US" sz="1400" kern="1200" spc="4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spc="-2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Coat</a:t>
            </a:r>
            <a:endParaRPr lang="en-US" sz="140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1295" algn="l"/>
              </a:tabLst>
            </a:pP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Ensemble</a:t>
            </a:r>
            <a:r>
              <a:rPr lang="en-US" sz="1400" kern="1200" spc="7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model</a:t>
            </a:r>
            <a:r>
              <a:rPr lang="en-US" sz="1400" kern="1200" spc="8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gave</a:t>
            </a:r>
            <a:r>
              <a:rPr lang="en-US" sz="1400" kern="1200" spc="6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balanced</a:t>
            </a:r>
            <a:r>
              <a:rPr lang="en-US" sz="1400" kern="1200" spc="6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improvement</a:t>
            </a:r>
            <a:r>
              <a:rPr lang="en-US" sz="1400" kern="1200" spc="6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across</a:t>
            </a:r>
            <a:r>
              <a:rPr lang="en-US" sz="1400" kern="1200" spc="7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all</a:t>
            </a:r>
            <a:r>
              <a:rPr lang="en-US" sz="1400" kern="1200" spc="5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spc="-1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classes</a:t>
            </a:r>
            <a:endParaRPr lang="en-US" sz="140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01295" algn="l"/>
              </a:tabLst>
            </a:pP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CNN</a:t>
            </a:r>
            <a:r>
              <a:rPr lang="en-US" sz="1400" kern="1200" spc="6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trained</a:t>
            </a:r>
            <a:r>
              <a:rPr lang="en-US" sz="1400" kern="1200" spc="4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slower</a:t>
            </a:r>
            <a:r>
              <a:rPr lang="en-US" sz="1400" kern="1200" spc="7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but</a:t>
            </a:r>
            <a:r>
              <a:rPr lang="en-US" sz="1400" kern="1200" spc="7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generalized</a:t>
            </a:r>
            <a:r>
              <a:rPr lang="en-US" sz="1400" kern="1200" spc="6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better</a:t>
            </a:r>
            <a:r>
              <a:rPr lang="en-US" sz="1400" kern="1200" spc="6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with</a:t>
            </a:r>
            <a:r>
              <a:rPr lang="en-US" sz="1400" kern="1200" spc="3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lower</a:t>
            </a:r>
            <a:r>
              <a:rPr lang="en-US" sz="1400" kern="1200" spc="6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validation</a:t>
            </a:r>
            <a:r>
              <a:rPr lang="en-US" sz="1400" kern="1200" spc="5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spc="-2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loss</a:t>
            </a:r>
            <a:endParaRPr lang="en-US" sz="140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 b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Learned</a:t>
            </a:r>
            <a:r>
              <a:rPr lang="en-US" sz="1400" b="1" kern="1200" spc="8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b="1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importance</a:t>
            </a:r>
            <a:r>
              <a:rPr lang="en-US" sz="1400" b="1" kern="1200" spc="114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b="1" kern="1200" spc="-2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of:</a:t>
            </a:r>
            <a:endParaRPr lang="en-US" sz="140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452755" algn="l"/>
              </a:tabLst>
            </a:pP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Convolution</a:t>
            </a:r>
            <a:r>
              <a:rPr lang="en-US" sz="1400" kern="1200" spc="4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layers</a:t>
            </a:r>
            <a:r>
              <a:rPr lang="en-US" sz="1400" kern="1200" spc="4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for</a:t>
            </a:r>
            <a:r>
              <a:rPr lang="en-US" sz="1400" kern="1200" spc="6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image</a:t>
            </a:r>
            <a:r>
              <a:rPr lang="en-US" sz="1400" kern="1200" spc="6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spc="-2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tasks</a:t>
            </a:r>
            <a:endParaRPr lang="en-US" sz="140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452755" algn="l"/>
              </a:tabLst>
            </a:pP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Data</a:t>
            </a:r>
            <a:r>
              <a:rPr lang="en-US" sz="1400" kern="1200" spc="4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preprocessing</a:t>
            </a:r>
            <a:r>
              <a:rPr lang="en-US" sz="1400" kern="1200" spc="8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&amp;</a:t>
            </a:r>
            <a:r>
              <a:rPr lang="en-US" sz="1400" kern="1200" spc="3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spc="-1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tuning</a:t>
            </a:r>
            <a:endParaRPr lang="en-US" sz="140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228600" indent="-228600" algn="l" rtl="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452755" algn="l"/>
              </a:tabLst>
            </a:pP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Evaluating</a:t>
            </a:r>
            <a:r>
              <a:rPr lang="en-US" sz="1400" kern="1200" spc="4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using</a:t>
            </a:r>
            <a:r>
              <a:rPr lang="en-US" sz="1400" kern="1200" spc="65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more</a:t>
            </a:r>
            <a:r>
              <a:rPr lang="en-US" sz="1400" kern="1200" spc="7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than</a:t>
            </a:r>
            <a:r>
              <a:rPr lang="en-US" sz="1400" kern="1200" spc="4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accuracy</a:t>
            </a:r>
            <a:r>
              <a:rPr lang="en-US" sz="1400" kern="1200" spc="6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(F1,</a:t>
            </a:r>
            <a:r>
              <a:rPr lang="en-US" sz="1400" kern="1200" spc="6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confusion</a:t>
            </a:r>
            <a:r>
              <a:rPr lang="en-US" sz="1400" kern="1200" spc="9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400" kern="1200" spc="-1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matrix)</a:t>
            </a:r>
            <a:endParaRPr lang="en-US" sz="140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kern="1200" spc="-55">
                <a:latin typeface="+mj-lt"/>
                <a:ea typeface="+mj-ea"/>
                <a:cs typeface="+mj-cs"/>
              </a:rPr>
              <a:t>Improvements and Enhancements</a:t>
            </a:r>
            <a:endParaRPr lang="en-US" kern="1200">
              <a:latin typeface="+mj-lt"/>
              <a:ea typeface="+mj-ea"/>
              <a:cs typeface="+mj-cs"/>
            </a:endParaRPr>
          </a:p>
        </p:txBody>
      </p:sp>
      <p:sp>
        <p:nvSpPr>
          <p:cNvPr id="16" name="Date Placeholder 4">
            <a:extLst>
              <a:ext uri="{FF2B5EF4-FFF2-40B4-BE49-F238E27FC236}">
                <a16:creationId xmlns:a16="http://schemas.microsoft.com/office/drawing/2014/main" id="{62D27313-313C-914A-D282-9D60B106A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019FF66-B56F-4715-9A91-8FD430E5FC84}" type="datetime1">
              <a:rPr lang="en-US"/>
              <a:pPr>
                <a:spcAft>
                  <a:spcPts val="600"/>
                </a:spcAft>
              </a:pPr>
              <a:t>11/4/2025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C3CA4F-2679-F54C-5780-E458D99EBC4F}"/>
              </a:ext>
            </a:extLst>
          </p:cNvPr>
          <p:cNvSpPr txBox="1"/>
          <p:nvPr/>
        </p:nvSpPr>
        <p:spPr>
          <a:xfrm>
            <a:off x="882625" y="2069042"/>
            <a:ext cx="3864347" cy="493151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28600" indent="-228600" algn="l" rtl="0">
              <a:lnSpc>
                <a:spcPct val="140000"/>
              </a:lnSpc>
              <a:spcBef>
                <a:spcPts val="1000"/>
              </a:spcBef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Improvements Applied / Possible Enhancements</a:t>
            </a:r>
          </a:p>
          <a:p>
            <a:pPr marL="228600" indent="-228600" algn="l" rtl="0">
              <a:lnSpc>
                <a:spcPct val="140000"/>
              </a:lnSpc>
              <a:spcBef>
                <a:spcPts val="1000"/>
              </a:spcBef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Data Augmentation (rotation, flip, shift) to reduce overfitting</a:t>
            </a:r>
          </a:p>
          <a:p>
            <a:pPr marL="228600" indent="-228600" algn="l" rtl="0">
              <a:lnSpc>
                <a:spcPct val="140000"/>
              </a:lnSpc>
              <a:spcBef>
                <a:spcPts val="1000"/>
              </a:spcBef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Dropout &amp; Batch Normalization for improved regularization and stable training</a:t>
            </a:r>
          </a:p>
          <a:p>
            <a:pPr marL="228600" marR="5080" indent="-228600" algn="l" rtl="0">
              <a:lnSpc>
                <a:spcPct val="140000"/>
              </a:lnSpc>
              <a:spcBef>
                <a:spcPts val="1000"/>
              </a:spcBef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Learning Rate Scheduling (StepLR / Cosine Annealing / Reduce LR On Plateau) for smootherconvergence</a:t>
            </a:r>
          </a:p>
          <a:p>
            <a:pPr marL="228600" indent="-228600" algn="l" rtl="0">
              <a:lnSpc>
                <a:spcPct val="140000"/>
              </a:lnSpc>
              <a:spcBef>
                <a:spcPts val="1000"/>
              </a:spcBef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Hyperparameter Tuning (batch size, LR, optimizer, epochs)</a:t>
            </a:r>
          </a:p>
          <a:p>
            <a:pPr marL="228600" indent="-228600" algn="l" rtl="0">
              <a:lnSpc>
                <a:spcPct val="140000"/>
              </a:lnSpc>
              <a:spcBef>
                <a:spcPts val="1000"/>
              </a:spcBef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160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228600" indent="-228600" algn="l" rtl="0">
              <a:lnSpc>
                <a:spcPct val="140000"/>
              </a:lnSpc>
              <a:spcBef>
                <a:spcPts val="1000"/>
              </a:spcBef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160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6288" y="2076440"/>
            <a:ext cx="4903493" cy="34315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7C85F-7A8B-8DF4-C8F7-C7B630588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kern="1200"/>
              <a:t>CONCLUSION&amp;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CD920-B0EB-DB43-C28F-436E525B048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endParaRPr lang="en-US" b="1" kern="1200"/>
          </a:p>
          <a:p>
            <a:endParaRPr lang="en-US" kern="12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E681F-3568-9A3E-CDB4-983F69ECB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75718EF-7BDE-4F77-9CFA-1C77E8AD9D74}" type="datetime1">
              <a:pPr>
                <a:spcAft>
                  <a:spcPts val="600"/>
                </a:spcAft>
              </a:pPr>
              <a:t>11/4/2025</a:t>
            </a:fld>
            <a:endParaRPr lang="en-US"/>
          </a:p>
        </p:txBody>
      </p:sp>
      <p:graphicFrame>
        <p:nvGraphicFramePr>
          <p:cNvPr id="11" name="TextBox 8">
            <a:extLst>
              <a:ext uri="{FF2B5EF4-FFF2-40B4-BE49-F238E27FC236}">
                <a16:creationId xmlns:a16="http://schemas.microsoft.com/office/drawing/2014/main" id="{E42FF5CF-CD82-FBB1-CF8D-F302FC6220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1461813"/>
              </p:ext>
            </p:extLst>
          </p:nvPr>
        </p:nvGraphicFramePr>
        <p:xfrm>
          <a:off x="4096283" y="1937918"/>
          <a:ext cx="5552237" cy="4642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59074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A Clear and Practical Hybrid Deep Learning Model for Fashion Image Classification</vt:lpstr>
      <vt:lpstr>INTRODUCTION</vt:lpstr>
      <vt:lpstr>objectives</vt:lpstr>
      <vt:lpstr>Dataset Overview</vt:lpstr>
      <vt:lpstr>Model Design - Artificial Neural Network ANN</vt:lpstr>
      <vt:lpstr>Model Design: CNN Architecture</vt:lpstr>
      <vt:lpstr>Training &amp; Evaluation Setup</vt:lpstr>
      <vt:lpstr>Results &amp; Comparison (ANN vs CNN)</vt:lpstr>
      <vt:lpstr>Discussion &amp; Key Insights</vt:lpstr>
      <vt:lpstr>Improvements and Enhancements</vt:lpstr>
      <vt:lpstr>CONCLUSION&amp; 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A Clear and Practical Hybrid Deep Learning Model.pptx</dc:title>
  <cp:revision>407</cp:revision>
  <dcterms:created xsi:type="dcterms:W3CDTF">2025-11-04T13:24:10Z</dcterms:created>
  <dcterms:modified xsi:type="dcterms:W3CDTF">2025-11-04T15:51:14Z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2025-11-04T00:00:00Z</vt:filetime>
  </property>
  <property fmtid="{D5CDD505-2E9C-101B-9397-08002B2CF9AE}" pid="3" name="LastSaved">
    <vt:filetime>2025-11-04T00:00:00Z</vt:filetime>
  </property>
  <property fmtid="{D5CDD505-2E9C-101B-9397-08002B2CF9AE}" pid="4" name="Producer">
    <vt:lpwstr>Microsoft: Print To PDF</vt:lpwstr>
  </property>
</Properties>
</file>